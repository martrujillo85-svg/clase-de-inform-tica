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Dynapuff Bold" charset="1" panose="00000000000000000000"/>
      <p:regular r:id="rId12"/>
    </p:embeddedFont>
    <p:embeddedFont>
      <p:font typeface="Questrial" charset="1" panose="00000000000000000000"/>
      <p:regular r:id="rId13"/>
    </p:embeddedFont>
    <p:embeddedFont>
      <p:font typeface="Dynapuff" charset="1" panose="0000000000000000000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12" Target="../media/image11.png" Type="http://schemas.openxmlformats.org/officeDocument/2006/relationships/image"/><Relationship Id="rId13" Target="../media/image12.svg" Type="http://schemas.openxmlformats.org/officeDocument/2006/relationships/image"/><Relationship Id="rId14" Target="../media/image13.png" Type="http://schemas.openxmlformats.org/officeDocument/2006/relationships/image"/><Relationship Id="rId15" Target="../media/image14.svg" Type="http://schemas.openxmlformats.org/officeDocument/2006/relationships/image"/><Relationship Id="rId16" Target="../media/image15.png" Type="http://schemas.openxmlformats.org/officeDocument/2006/relationships/image"/><Relationship Id="rId17" Target="../media/image16.svg" Type="http://schemas.openxmlformats.org/officeDocument/2006/relationships/image"/><Relationship Id="rId18" Target="../media/image17.png" Type="http://schemas.openxmlformats.org/officeDocument/2006/relationships/image"/><Relationship Id="rId19" Target="../media/image18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png" Type="http://schemas.openxmlformats.org/officeDocument/2006/relationships/image"/><Relationship Id="rId11" Target="../media/image7.png" Type="http://schemas.openxmlformats.org/officeDocument/2006/relationships/image"/><Relationship Id="rId12" Target="../media/image8.svg" Type="http://schemas.openxmlformats.org/officeDocument/2006/relationships/image"/><Relationship Id="rId13" Target="../media/image9.png" Type="http://schemas.openxmlformats.org/officeDocument/2006/relationships/image"/><Relationship Id="rId14" Target="../media/image10.svg" Type="http://schemas.openxmlformats.org/officeDocument/2006/relationships/image"/><Relationship Id="rId15" Target="../media/image11.png" Type="http://schemas.openxmlformats.org/officeDocument/2006/relationships/image"/><Relationship Id="rId16" Target="../media/image12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3.png" Type="http://schemas.openxmlformats.org/officeDocument/2006/relationships/image"/><Relationship Id="rId5" Target="../media/image14.svg" Type="http://schemas.openxmlformats.org/officeDocument/2006/relationships/image"/><Relationship Id="rId6" Target="../media/image15.png" Type="http://schemas.openxmlformats.org/officeDocument/2006/relationships/image"/><Relationship Id="rId7" Target="../media/image16.svg" Type="http://schemas.openxmlformats.org/officeDocument/2006/relationships/image"/><Relationship Id="rId8" Target="../media/image19.png" Type="http://schemas.openxmlformats.org/officeDocument/2006/relationships/image"/><Relationship Id="rId9" Target="../media/image20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png" Type="http://schemas.openxmlformats.org/officeDocument/2006/relationships/image"/><Relationship Id="rId11" Target="../media/image14.svg" Type="http://schemas.openxmlformats.org/officeDocument/2006/relationships/image"/><Relationship Id="rId12" Target="../media/image15.png" Type="http://schemas.openxmlformats.org/officeDocument/2006/relationships/image"/><Relationship Id="rId13" Target="../media/image16.svg" Type="http://schemas.openxmlformats.org/officeDocument/2006/relationships/image"/><Relationship Id="rId14" Target="../media/image22.png" Type="http://schemas.openxmlformats.org/officeDocument/2006/relationships/image"/><Relationship Id="rId15" Target="../media/image23.svg" Type="http://schemas.openxmlformats.org/officeDocument/2006/relationships/image"/><Relationship Id="rId16" Target="../media/image24.png" Type="http://schemas.openxmlformats.org/officeDocument/2006/relationships/image"/><Relationship Id="rId17" Target="../media/image25.svg" Type="http://schemas.openxmlformats.org/officeDocument/2006/relationships/image"/><Relationship Id="rId18" Target="../media/image26.png" Type="http://schemas.openxmlformats.org/officeDocument/2006/relationships/image"/><Relationship Id="rId19" Target="../media/image27.svg" Type="http://schemas.openxmlformats.org/officeDocument/2006/relationships/image"/><Relationship Id="rId2" Target="../media/image1.png" Type="http://schemas.openxmlformats.org/officeDocument/2006/relationships/image"/><Relationship Id="rId20" Target="../media/image28.png" Type="http://schemas.openxmlformats.org/officeDocument/2006/relationships/image"/><Relationship Id="rId21" Target="../media/image29.svg" Type="http://schemas.openxmlformats.org/officeDocument/2006/relationships/image"/><Relationship Id="rId22" Target="../media/image30.png" Type="http://schemas.openxmlformats.org/officeDocument/2006/relationships/image"/><Relationship Id="rId23" Target="../media/image31.svg" Type="http://schemas.openxmlformats.org/officeDocument/2006/relationships/image"/><Relationship Id="rId24" Target="../media/image32.png" Type="http://schemas.openxmlformats.org/officeDocument/2006/relationships/image"/><Relationship Id="rId25" Target="../media/image33.svg" Type="http://schemas.openxmlformats.org/officeDocument/2006/relationships/image"/><Relationship Id="rId26" Target="../media/image34.png" Type="http://schemas.openxmlformats.org/officeDocument/2006/relationships/image"/><Relationship Id="rId27" Target="../media/image35.sv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Relationship Id="rId8" Target="../media/image11.png" Type="http://schemas.openxmlformats.org/officeDocument/2006/relationships/image"/><Relationship Id="rId9" Target="../media/image12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8.png" Type="http://schemas.openxmlformats.org/officeDocument/2006/relationships/image"/><Relationship Id="rId11" Target="../media/image39.png" Type="http://schemas.openxmlformats.org/officeDocument/2006/relationships/image"/><Relationship Id="rId12" Target="../media/image40.png" Type="http://schemas.openxmlformats.org/officeDocument/2006/relationships/image"/><Relationship Id="rId13" Target="../media/image41.png" Type="http://schemas.openxmlformats.org/officeDocument/2006/relationships/image"/><Relationship Id="rId14" Target="../media/image42.svg" Type="http://schemas.openxmlformats.org/officeDocument/2006/relationships/image"/><Relationship Id="rId15" Target="../media/image43.png" Type="http://schemas.openxmlformats.org/officeDocument/2006/relationships/image"/><Relationship Id="rId16" Target="../media/image44.svg" Type="http://schemas.openxmlformats.org/officeDocument/2006/relationships/image"/><Relationship Id="rId17" Target="../media/image45.png" Type="http://schemas.openxmlformats.org/officeDocument/2006/relationships/image"/><Relationship Id="rId18" Target="../media/image46.svg" Type="http://schemas.openxmlformats.org/officeDocument/2006/relationships/image"/><Relationship Id="rId19" Target="../media/image47.png" Type="http://schemas.openxmlformats.org/officeDocument/2006/relationships/image"/><Relationship Id="rId2" Target="../media/image1.png" Type="http://schemas.openxmlformats.org/officeDocument/2006/relationships/image"/><Relationship Id="rId20" Target="../media/image48.svg" Type="http://schemas.openxmlformats.org/officeDocument/2006/relationships/image"/><Relationship Id="rId21" Target="../media/image7.png" Type="http://schemas.openxmlformats.org/officeDocument/2006/relationships/image"/><Relationship Id="rId22" Target="../media/image8.svg" Type="http://schemas.openxmlformats.org/officeDocument/2006/relationships/image"/><Relationship Id="rId23" Target="../media/image11.png" Type="http://schemas.openxmlformats.org/officeDocument/2006/relationships/image"/><Relationship Id="rId24" Target="../media/image12.svg" Type="http://schemas.openxmlformats.org/officeDocument/2006/relationships/image"/><Relationship Id="rId25" Target="../media/image9.png" Type="http://schemas.openxmlformats.org/officeDocument/2006/relationships/image"/><Relationship Id="rId26" Target="../media/image10.svg" Type="http://schemas.openxmlformats.org/officeDocument/2006/relationships/image"/><Relationship Id="rId3" Target="../media/image2.sv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Relationship Id="rId6" Target="../media/image19.png" Type="http://schemas.openxmlformats.org/officeDocument/2006/relationships/image"/><Relationship Id="rId7" Target="../media/image20.svg" Type="http://schemas.openxmlformats.org/officeDocument/2006/relationships/image"/><Relationship Id="rId8" Target="../media/image36.png" Type="http://schemas.openxmlformats.org/officeDocument/2006/relationships/image"/><Relationship Id="rId9" Target="../media/image37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png" Type="http://schemas.openxmlformats.org/officeDocument/2006/relationships/image"/><Relationship Id="rId11" Target="../media/image14.svg" Type="http://schemas.openxmlformats.org/officeDocument/2006/relationships/image"/><Relationship Id="rId12" Target="../media/image15.png" Type="http://schemas.openxmlformats.org/officeDocument/2006/relationships/image"/><Relationship Id="rId13" Target="../media/image16.svg" Type="http://schemas.openxmlformats.org/officeDocument/2006/relationships/image"/><Relationship Id="rId14" Target="../media/image19.png" Type="http://schemas.openxmlformats.org/officeDocument/2006/relationships/image"/><Relationship Id="rId15" Target="../media/image20.svg" Type="http://schemas.openxmlformats.org/officeDocument/2006/relationships/image"/><Relationship Id="rId16" Target="../media/image49.png" Type="http://schemas.openxmlformats.org/officeDocument/2006/relationships/image"/><Relationship Id="rId17" Target="../media/image50.svg" Type="http://schemas.openxmlformats.org/officeDocument/2006/relationships/image"/><Relationship Id="rId18" Target="../media/image51.png" Type="http://schemas.openxmlformats.org/officeDocument/2006/relationships/image"/><Relationship Id="rId19" Target="../media/image52.svg" Type="http://schemas.openxmlformats.org/officeDocument/2006/relationships/image"/><Relationship Id="rId2" Target="../media/image1.png" Type="http://schemas.openxmlformats.org/officeDocument/2006/relationships/image"/><Relationship Id="rId20" Target="../media/image53.png" Type="http://schemas.openxmlformats.org/officeDocument/2006/relationships/image"/><Relationship Id="rId21" Target="../media/image54.png" Type="http://schemas.openxmlformats.org/officeDocument/2006/relationships/image"/><Relationship Id="rId22" Target="../media/image55.svg" Type="http://schemas.openxmlformats.org/officeDocument/2006/relationships/image"/><Relationship Id="rId3" Target="../media/image2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Relationship Id="rId8" Target="../media/image11.png" Type="http://schemas.openxmlformats.org/officeDocument/2006/relationships/image"/><Relationship Id="rId9" Target="../media/image12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12" Target="../media/image13.png" Type="http://schemas.openxmlformats.org/officeDocument/2006/relationships/image"/><Relationship Id="rId13" Target="../media/image14.svg" Type="http://schemas.openxmlformats.org/officeDocument/2006/relationships/image"/><Relationship Id="rId14" Target="../media/image15.png" Type="http://schemas.openxmlformats.org/officeDocument/2006/relationships/image"/><Relationship Id="rId15" Target="../media/image16.svg" Type="http://schemas.openxmlformats.org/officeDocument/2006/relationships/image"/><Relationship Id="rId16" Target="../media/image56.png" Type="http://schemas.openxmlformats.org/officeDocument/2006/relationships/image"/><Relationship Id="rId17" Target="../media/image57.svg" Type="http://schemas.openxmlformats.org/officeDocument/2006/relationships/image"/><Relationship Id="rId18" Target="../media/image58.png" Type="http://schemas.openxmlformats.org/officeDocument/2006/relationships/image"/><Relationship Id="rId19" Target="../media/image59.svg" Type="http://schemas.openxmlformats.org/officeDocument/2006/relationships/image"/><Relationship Id="rId2" Target="../media/image1.png" Type="http://schemas.openxmlformats.org/officeDocument/2006/relationships/image"/><Relationship Id="rId20" Target="../media/image47.png" Type="http://schemas.openxmlformats.org/officeDocument/2006/relationships/image"/><Relationship Id="rId21" Target="../media/image48.sv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8B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48631" y="956447"/>
            <a:ext cx="11084388" cy="8412206"/>
          </a:xfrm>
          <a:custGeom>
            <a:avLst/>
            <a:gdLst/>
            <a:ahLst/>
            <a:cxnLst/>
            <a:rect r="r" b="b" t="t" l="l"/>
            <a:pathLst>
              <a:path h="8412206" w="11084388">
                <a:moveTo>
                  <a:pt x="0" y="0"/>
                </a:moveTo>
                <a:lnTo>
                  <a:pt x="11084388" y="0"/>
                </a:lnTo>
                <a:lnTo>
                  <a:pt x="11084388" y="8412206"/>
                </a:lnTo>
                <a:lnTo>
                  <a:pt x="0" y="84122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4472" r="0" b="-3745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112887" y="937397"/>
            <a:ext cx="8326482" cy="8412206"/>
          </a:xfrm>
          <a:custGeom>
            <a:avLst/>
            <a:gdLst/>
            <a:ahLst/>
            <a:cxnLst/>
            <a:rect r="r" b="b" t="t" l="l"/>
            <a:pathLst>
              <a:path h="8412206" w="8326482">
                <a:moveTo>
                  <a:pt x="0" y="0"/>
                </a:moveTo>
                <a:lnTo>
                  <a:pt x="8326482" y="0"/>
                </a:lnTo>
                <a:lnTo>
                  <a:pt x="8326482" y="8412206"/>
                </a:lnTo>
                <a:lnTo>
                  <a:pt x="0" y="84122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33624" t="-14527" r="0" b="-37976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2716592" y="1765702"/>
            <a:ext cx="12977740" cy="5969760"/>
          </a:xfrm>
          <a:custGeom>
            <a:avLst/>
            <a:gdLst/>
            <a:ahLst/>
            <a:cxnLst/>
            <a:rect r="r" b="b" t="t" l="l"/>
            <a:pathLst>
              <a:path h="5969760" w="12977740">
                <a:moveTo>
                  <a:pt x="12977740" y="0"/>
                </a:moveTo>
                <a:lnTo>
                  <a:pt x="0" y="0"/>
                </a:lnTo>
                <a:lnTo>
                  <a:pt x="0" y="5969760"/>
                </a:lnTo>
                <a:lnTo>
                  <a:pt x="12977740" y="5969760"/>
                </a:lnTo>
                <a:lnTo>
                  <a:pt x="12977740" y="0"/>
                </a:lnTo>
                <a:close/>
              </a:path>
            </a:pathLst>
          </a:custGeom>
          <a:blipFill>
            <a:blip r:embed="rId4"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2046397">
            <a:off x="13065388" y="2207079"/>
            <a:ext cx="2083162" cy="1658954"/>
          </a:xfrm>
          <a:custGeom>
            <a:avLst/>
            <a:gdLst/>
            <a:ahLst/>
            <a:cxnLst/>
            <a:rect r="r" b="b" t="t" l="l"/>
            <a:pathLst>
              <a:path h="1658954" w="2083162">
                <a:moveTo>
                  <a:pt x="0" y="0"/>
                </a:moveTo>
                <a:lnTo>
                  <a:pt x="2083161" y="0"/>
                </a:lnTo>
                <a:lnTo>
                  <a:pt x="2083161" y="1658954"/>
                </a:lnTo>
                <a:lnTo>
                  <a:pt x="0" y="165895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1129917">
            <a:off x="3075688" y="1765702"/>
            <a:ext cx="518643" cy="502079"/>
          </a:xfrm>
          <a:custGeom>
            <a:avLst/>
            <a:gdLst/>
            <a:ahLst/>
            <a:cxnLst/>
            <a:rect r="r" b="b" t="t" l="l"/>
            <a:pathLst>
              <a:path h="502079" w="518643">
                <a:moveTo>
                  <a:pt x="0" y="0"/>
                </a:moveTo>
                <a:lnTo>
                  <a:pt x="518643" y="0"/>
                </a:lnTo>
                <a:lnTo>
                  <a:pt x="518643" y="502079"/>
                </a:lnTo>
                <a:lnTo>
                  <a:pt x="0" y="50207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1129917">
            <a:off x="15761484" y="3913718"/>
            <a:ext cx="518643" cy="502079"/>
          </a:xfrm>
          <a:custGeom>
            <a:avLst/>
            <a:gdLst/>
            <a:ahLst/>
            <a:cxnLst/>
            <a:rect r="r" b="b" t="t" l="l"/>
            <a:pathLst>
              <a:path h="502079" w="518643">
                <a:moveTo>
                  <a:pt x="0" y="0"/>
                </a:moveTo>
                <a:lnTo>
                  <a:pt x="518643" y="0"/>
                </a:lnTo>
                <a:lnTo>
                  <a:pt x="518643" y="502079"/>
                </a:lnTo>
                <a:lnTo>
                  <a:pt x="0" y="50207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2960650">
            <a:off x="6244715" y="8453834"/>
            <a:ext cx="518643" cy="502079"/>
          </a:xfrm>
          <a:custGeom>
            <a:avLst/>
            <a:gdLst/>
            <a:ahLst/>
            <a:cxnLst/>
            <a:rect r="r" b="b" t="t" l="l"/>
            <a:pathLst>
              <a:path h="502079" w="518643">
                <a:moveTo>
                  <a:pt x="0" y="0"/>
                </a:moveTo>
                <a:lnTo>
                  <a:pt x="518642" y="0"/>
                </a:lnTo>
                <a:lnTo>
                  <a:pt x="518642" y="502079"/>
                </a:lnTo>
                <a:lnTo>
                  <a:pt x="0" y="50207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2960650">
            <a:off x="11673698" y="1514662"/>
            <a:ext cx="518643" cy="502079"/>
          </a:xfrm>
          <a:custGeom>
            <a:avLst/>
            <a:gdLst/>
            <a:ahLst/>
            <a:cxnLst/>
            <a:rect r="r" b="b" t="t" l="l"/>
            <a:pathLst>
              <a:path h="502079" w="518643">
                <a:moveTo>
                  <a:pt x="0" y="0"/>
                </a:moveTo>
                <a:lnTo>
                  <a:pt x="518642" y="0"/>
                </a:lnTo>
                <a:lnTo>
                  <a:pt x="518642" y="502079"/>
                </a:lnTo>
                <a:lnTo>
                  <a:pt x="0" y="502079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2960650">
            <a:off x="2586513" y="4876641"/>
            <a:ext cx="518643" cy="502079"/>
          </a:xfrm>
          <a:custGeom>
            <a:avLst/>
            <a:gdLst/>
            <a:ahLst/>
            <a:cxnLst/>
            <a:rect r="r" b="b" t="t" l="l"/>
            <a:pathLst>
              <a:path h="502079" w="518643">
                <a:moveTo>
                  <a:pt x="0" y="0"/>
                </a:moveTo>
                <a:lnTo>
                  <a:pt x="518642" y="0"/>
                </a:lnTo>
                <a:lnTo>
                  <a:pt x="518642" y="502080"/>
                </a:lnTo>
                <a:lnTo>
                  <a:pt x="0" y="502080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3540877" y="2467683"/>
            <a:ext cx="11329170" cy="40272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1659"/>
              </a:lnSpc>
            </a:pPr>
            <a:r>
              <a:rPr lang="en-US" b="true" sz="26382">
                <a:solidFill>
                  <a:srgbClr val="323232"/>
                </a:solidFill>
                <a:latin typeface="Dynapuff Bold"/>
                <a:ea typeface="Dynapuff Bold"/>
                <a:cs typeface="Dynapuff Bold"/>
                <a:sym typeface="Dynapuff Bold"/>
              </a:rPr>
              <a:t>WORD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2700000">
            <a:off x="2528167" y="5940191"/>
            <a:ext cx="3267542" cy="2340377"/>
          </a:xfrm>
          <a:custGeom>
            <a:avLst/>
            <a:gdLst/>
            <a:ahLst/>
            <a:cxnLst/>
            <a:rect r="r" b="b" t="t" l="l"/>
            <a:pathLst>
              <a:path h="2340377" w="3267542">
                <a:moveTo>
                  <a:pt x="0" y="0"/>
                </a:moveTo>
                <a:lnTo>
                  <a:pt x="3267542" y="0"/>
                </a:lnTo>
                <a:lnTo>
                  <a:pt x="3267542" y="2340377"/>
                </a:lnTo>
                <a:lnTo>
                  <a:pt x="0" y="2340377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3703777" y="5968427"/>
            <a:ext cx="2855605" cy="2953938"/>
          </a:xfrm>
          <a:custGeom>
            <a:avLst/>
            <a:gdLst/>
            <a:ahLst/>
            <a:cxnLst/>
            <a:rect r="r" b="b" t="t" l="l"/>
            <a:pathLst>
              <a:path h="2953938" w="2855605">
                <a:moveTo>
                  <a:pt x="0" y="0"/>
                </a:moveTo>
                <a:lnTo>
                  <a:pt x="2855605" y="0"/>
                </a:lnTo>
                <a:lnTo>
                  <a:pt x="2855605" y="2953938"/>
                </a:lnTo>
                <a:lnTo>
                  <a:pt x="0" y="295393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8B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5130" y="437723"/>
            <a:ext cx="12604179" cy="9565611"/>
          </a:xfrm>
          <a:custGeom>
            <a:avLst/>
            <a:gdLst/>
            <a:ahLst/>
            <a:cxnLst/>
            <a:rect r="r" b="b" t="t" l="l"/>
            <a:pathLst>
              <a:path h="9565611" w="12604179">
                <a:moveTo>
                  <a:pt x="0" y="0"/>
                </a:moveTo>
                <a:lnTo>
                  <a:pt x="12604180" y="0"/>
                </a:lnTo>
                <a:lnTo>
                  <a:pt x="12604180" y="9565611"/>
                </a:lnTo>
                <a:lnTo>
                  <a:pt x="0" y="95656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4472" r="0" b="-3745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648831" y="437723"/>
            <a:ext cx="9468134" cy="9565611"/>
          </a:xfrm>
          <a:custGeom>
            <a:avLst/>
            <a:gdLst/>
            <a:ahLst/>
            <a:cxnLst/>
            <a:rect r="r" b="b" t="t" l="l"/>
            <a:pathLst>
              <a:path h="9565611" w="9468134">
                <a:moveTo>
                  <a:pt x="0" y="0"/>
                </a:moveTo>
                <a:lnTo>
                  <a:pt x="9468134" y="0"/>
                </a:lnTo>
                <a:lnTo>
                  <a:pt x="9468134" y="9565611"/>
                </a:lnTo>
                <a:lnTo>
                  <a:pt x="0" y="95656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33624" t="-14527" r="0" b="-37976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2960650">
            <a:off x="9773111" y="1514662"/>
            <a:ext cx="518643" cy="502079"/>
          </a:xfrm>
          <a:custGeom>
            <a:avLst/>
            <a:gdLst/>
            <a:ahLst/>
            <a:cxnLst/>
            <a:rect r="r" b="b" t="t" l="l"/>
            <a:pathLst>
              <a:path h="502079" w="518643">
                <a:moveTo>
                  <a:pt x="0" y="0"/>
                </a:moveTo>
                <a:lnTo>
                  <a:pt x="518643" y="0"/>
                </a:lnTo>
                <a:lnTo>
                  <a:pt x="518643" y="502079"/>
                </a:lnTo>
                <a:lnTo>
                  <a:pt x="0" y="50207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2960650">
            <a:off x="2271778" y="7900077"/>
            <a:ext cx="518643" cy="502079"/>
          </a:xfrm>
          <a:custGeom>
            <a:avLst/>
            <a:gdLst/>
            <a:ahLst/>
            <a:cxnLst/>
            <a:rect r="r" b="b" t="t" l="l"/>
            <a:pathLst>
              <a:path h="502079" w="518643">
                <a:moveTo>
                  <a:pt x="0" y="0"/>
                </a:moveTo>
                <a:lnTo>
                  <a:pt x="518643" y="0"/>
                </a:lnTo>
                <a:lnTo>
                  <a:pt x="518643" y="502079"/>
                </a:lnTo>
                <a:lnTo>
                  <a:pt x="0" y="5020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28700" y="578566"/>
            <a:ext cx="9283435" cy="2163040"/>
          </a:xfrm>
          <a:custGeom>
            <a:avLst/>
            <a:gdLst/>
            <a:ahLst/>
            <a:cxnLst/>
            <a:rect r="r" b="b" t="t" l="l"/>
            <a:pathLst>
              <a:path h="2163040" w="9283435">
                <a:moveTo>
                  <a:pt x="0" y="0"/>
                </a:moveTo>
                <a:lnTo>
                  <a:pt x="9283435" y="0"/>
                </a:lnTo>
                <a:lnTo>
                  <a:pt x="9283435" y="2163041"/>
                </a:lnTo>
                <a:lnTo>
                  <a:pt x="0" y="216304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657901" y="1042627"/>
            <a:ext cx="10025033" cy="1338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554"/>
              </a:lnSpc>
            </a:pPr>
            <a:r>
              <a:rPr lang="en-US" b="true" sz="8795">
                <a:solidFill>
                  <a:srgbClr val="323232"/>
                </a:solidFill>
                <a:latin typeface="Dynapuff Bold"/>
                <a:ea typeface="Dynapuff Bold"/>
                <a:cs typeface="Dynapuff Bold"/>
                <a:sym typeface="Dynapuff Bold"/>
              </a:rPr>
              <a:t>¿Qué es  Word?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951728" y="2902342"/>
            <a:ext cx="9817582" cy="6562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6489"/>
              </a:lnSpc>
            </a:pPr>
            <a:r>
              <a:rPr lang="en-US" sz="4635">
                <a:solidFill>
                  <a:srgbClr val="323232"/>
                </a:solidFill>
                <a:latin typeface="Questrial"/>
                <a:ea typeface="Questrial"/>
                <a:cs typeface="Questrial"/>
                <a:sym typeface="Questrial"/>
              </a:rPr>
              <a:t>Word es un procesador de textos desarrollado por Microsoft. Permite crear, editar y dar formato a documentos escritos de manera sencilla. Es una herramienta esencial para redactar cartas, trabajos e informes con una interfaz fácil de usar.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794516">
            <a:off x="13582904" y="2418242"/>
            <a:ext cx="4878213" cy="5450517"/>
          </a:xfrm>
          <a:custGeom>
            <a:avLst/>
            <a:gdLst/>
            <a:ahLst/>
            <a:cxnLst/>
            <a:rect r="r" b="b" t="t" l="l"/>
            <a:pathLst>
              <a:path h="5450517" w="4878213">
                <a:moveTo>
                  <a:pt x="0" y="0"/>
                </a:moveTo>
                <a:lnTo>
                  <a:pt x="4878212" y="0"/>
                </a:lnTo>
                <a:lnTo>
                  <a:pt x="4878212" y="5450516"/>
                </a:lnTo>
                <a:lnTo>
                  <a:pt x="0" y="545051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1129917">
            <a:off x="1585905" y="2811876"/>
            <a:ext cx="518643" cy="502079"/>
          </a:xfrm>
          <a:custGeom>
            <a:avLst/>
            <a:gdLst/>
            <a:ahLst/>
            <a:cxnLst/>
            <a:rect r="r" b="b" t="t" l="l"/>
            <a:pathLst>
              <a:path h="502079" w="518643">
                <a:moveTo>
                  <a:pt x="0" y="0"/>
                </a:moveTo>
                <a:lnTo>
                  <a:pt x="518643" y="0"/>
                </a:lnTo>
                <a:lnTo>
                  <a:pt x="518643" y="502079"/>
                </a:lnTo>
                <a:lnTo>
                  <a:pt x="0" y="50207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1129917">
            <a:off x="10132510" y="8685952"/>
            <a:ext cx="518643" cy="502079"/>
          </a:xfrm>
          <a:custGeom>
            <a:avLst/>
            <a:gdLst/>
            <a:ahLst/>
            <a:cxnLst/>
            <a:rect r="r" b="b" t="t" l="l"/>
            <a:pathLst>
              <a:path h="502079" w="518643">
                <a:moveTo>
                  <a:pt x="0" y="0"/>
                </a:moveTo>
                <a:lnTo>
                  <a:pt x="518643" y="0"/>
                </a:lnTo>
                <a:lnTo>
                  <a:pt x="518643" y="502079"/>
                </a:lnTo>
                <a:lnTo>
                  <a:pt x="0" y="502079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2960650">
            <a:off x="13123576" y="1874949"/>
            <a:ext cx="518643" cy="502079"/>
          </a:xfrm>
          <a:custGeom>
            <a:avLst/>
            <a:gdLst/>
            <a:ahLst/>
            <a:cxnLst/>
            <a:rect r="r" b="b" t="t" l="l"/>
            <a:pathLst>
              <a:path h="502079" w="518643">
                <a:moveTo>
                  <a:pt x="0" y="0"/>
                </a:moveTo>
                <a:lnTo>
                  <a:pt x="518643" y="0"/>
                </a:lnTo>
                <a:lnTo>
                  <a:pt x="518643" y="502079"/>
                </a:lnTo>
                <a:lnTo>
                  <a:pt x="0" y="502079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8B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42499" y="561292"/>
            <a:ext cx="12146143" cy="9217996"/>
          </a:xfrm>
          <a:custGeom>
            <a:avLst/>
            <a:gdLst/>
            <a:ahLst/>
            <a:cxnLst/>
            <a:rect r="r" b="b" t="t" l="l"/>
            <a:pathLst>
              <a:path h="9217996" w="12146143">
                <a:moveTo>
                  <a:pt x="0" y="0"/>
                </a:moveTo>
                <a:lnTo>
                  <a:pt x="12146143" y="0"/>
                </a:lnTo>
                <a:lnTo>
                  <a:pt x="12146143" y="9217996"/>
                </a:lnTo>
                <a:lnTo>
                  <a:pt x="0" y="92179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4472" r="0" b="-3745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519099" y="561292"/>
            <a:ext cx="9124062" cy="9217996"/>
          </a:xfrm>
          <a:custGeom>
            <a:avLst/>
            <a:gdLst/>
            <a:ahLst/>
            <a:cxnLst/>
            <a:rect r="r" b="b" t="t" l="l"/>
            <a:pathLst>
              <a:path h="9217996" w="9124062">
                <a:moveTo>
                  <a:pt x="0" y="0"/>
                </a:moveTo>
                <a:lnTo>
                  <a:pt x="9124061" y="0"/>
                </a:lnTo>
                <a:lnTo>
                  <a:pt x="9124061" y="9217996"/>
                </a:lnTo>
                <a:lnTo>
                  <a:pt x="0" y="92179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33624" t="-14527" r="0" b="-37976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2363424" y="561292"/>
            <a:ext cx="7242538" cy="3331567"/>
          </a:xfrm>
          <a:custGeom>
            <a:avLst/>
            <a:gdLst/>
            <a:ahLst/>
            <a:cxnLst/>
            <a:rect r="r" b="b" t="t" l="l"/>
            <a:pathLst>
              <a:path h="3331567" w="7242538">
                <a:moveTo>
                  <a:pt x="7242538" y="0"/>
                </a:moveTo>
                <a:lnTo>
                  <a:pt x="0" y="0"/>
                </a:lnTo>
                <a:lnTo>
                  <a:pt x="0" y="3331567"/>
                </a:lnTo>
                <a:lnTo>
                  <a:pt x="7242538" y="3331567"/>
                </a:lnTo>
                <a:lnTo>
                  <a:pt x="7242538" y="0"/>
                </a:lnTo>
                <a:close/>
              </a:path>
            </a:pathLst>
          </a:custGeom>
          <a:blipFill>
            <a:blip r:embed="rId4"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129917">
            <a:off x="15761484" y="3913718"/>
            <a:ext cx="518643" cy="502079"/>
          </a:xfrm>
          <a:custGeom>
            <a:avLst/>
            <a:gdLst/>
            <a:ahLst/>
            <a:cxnLst/>
            <a:rect r="r" b="b" t="t" l="l"/>
            <a:pathLst>
              <a:path h="502079" w="518643">
                <a:moveTo>
                  <a:pt x="0" y="0"/>
                </a:moveTo>
                <a:lnTo>
                  <a:pt x="518643" y="0"/>
                </a:lnTo>
                <a:lnTo>
                  <a:pt x="518643" y="502079"/>
                </a:lnTo>
                <a:lnTo>
                  <a:pt x="0" y="5020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2960650">
            <a:off x="5152140" y="8836162"/>
            <a:ext cx="751862" cy="727850"/>
          </a:xfrm>
          <a:custGeom>
            <a:avLst/>
            <a:gdLst/>
            <a:ahLst/>
            <a:cxnLst/>
            <a:rect r="r" b="b" t="t" l="l"/>
            <a:pathLst>
              <a:path h="727850" w="751862">
                <a:moveTo>
                  <a:pt x="0" y="0"/>
                </a:moveTo>
                <a:lnTo>
                  <a:pt x="751861" y="0"/>
                </a:lnTo>
                <a:lnTo>
                  <a:pt x="751861" y="727851"/>
                </a:lnTo>
                <a:lnTo>
                  <a:pt x="0" y="72785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2960650">
            <a:off x="11673698" y="1514662"/>
            <a:ext cx="518643" cy="502079"/>
          </a:xfrm>
          <a:custGeom>
            <a:avLst/>
            <a:gdLst/>
            <a:ahLst/>
            <a:cxnLst/>
            <a:rect r="r" b="b" t="t" l="l"/>
            <a:pathLst>
              <a:path h="502079" w="518643">
                <a:moveTo>
                  <a:pt x="0" y="0"/>
                </a:moveTo>
                <a:lnTo>
                  <a:pt x="518642" y="0"/>
                </a:lnTo>
                <a:lnTo>
                  <a:pt x="518642" y="502079"/>
                </a:lnTo>
                <a:lnTo>
                  <a:pt x="0" y="50207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2960650">
            <a:off x="2586513" y="4876641"/>
            <a:ext cx="518643" cy="502079"/>
          </a:xfrm>
          <a:custGeom>
            <a:avLst/>
            <a:gdLst/>
            <a:ahLst/>
            <a:cxnLst/>
            <a:rect r="r" b="b" t="t" l="l"/>
            <a:pathLst>
              <a:path h="502079" w="518643">
                <a:moveTo>
                  <a:pt x="0" y="0"/>
                </a:moveTo>
                <a:lnTo>
                  <a:pt x="518642" y="0"/>
                </a:lnTo>
                <a:lnTo>
                  <a:pt x="518642" y="502080"/>
                </a:lnTo>
                <a:lnTo>
                  <a:pt x="0" y="50208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930832" y="950276"/>
            <a:ext cx="9411952" cy="27186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713"/>
              </a:lnSpc>
            </a:pPr>
            <a:r>
              <a:rPr lang="en-US" b="true" sz="8927">
                <a:solidFill>
                  <a:srgbClr val="323232"/>
                </a:solidFill>
                <a:latin typeface="Dynapuff Bold"/>
                <a:ea typeface="Dynapuff Bold"/>
                <a:cs typeface="Dynapuff Bold"/>
                <a:sym typeface="Dynapuff Bold"/>
              </a:rPr>
              <a:t>¿Para qué sirve  Word?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-2700000">
            <a:off x="9132391" y="1912337"/>
            <a:ext cx="1370700" cy="2071112"/>
          </a:xfrm>
          <a:custGeom>
            <a:avLst/>
            <a:gdLst/>
            <a:ahLst/>
            <a:cxnLst/>
            <a:rect r="r" b="b" t="t" l="l"/>
            <a:pathLst>
              <a:path h="2071112" w="1370700">
                <a:moveTo>
                  <a:pt x="0" y="0"/>
                </a:moveTo>
                <a:lnTo>
                  <a:pt x="1370700" y="0"/>
                </a:lnTo>
                <a:lnTo>
                  <a:pt x="1370700" y="2071112"/>
                </a:lnTo>
                <a:lnTo>
                  <a:pt x="0" y="2071112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765330" y="4014332"/>
            <a:ext cx="1340406" cy="1348013"/>
          </a:xfrm>
          <a:custGeom>
            <a:avLst/>
            <a:gdLst/>
            <a:ahLst/>
            <a:cxnLst/>
            <a:rect r="r" b="b" t="t" l="l"/>
            <a:pathLst>
              <a:path h="1348013" w="1340406">
                <a:moveTo>
                  <a:pt x="0" y="0"/>
                </a:moveTo>
                <a:lnTo>
                  <a:pt x="1340406" y="0"/>
                </a:lnTo>
                <a:lnTo>
                  <a:pt x="1340406" y="1348013"/>
                </a:lnTo>
                <a:lnTo>
                  <a:pt x="0" y="1348013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3308621" y="3983489"/>
            <a:ext cx="5352144" cy="14820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985"/>
              </a:lnSpc>
            </a:pPr>
            <a:r>
              <a:rPr lang="en-US" sz="4275">
                <a:solidFill>
                  <a:srgbClr val="323232"/>
                </a:solidFill>
                <a:latin typeface="Questrial"/>
                <a:ea typeface="Questrial"/>
                <a:cs typeface="Questrial"/>
                <a:sym typeface="Questrial"/>
              </a:rPr>
              <a:t>Redactar cartas y correos formales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765330" y="4306241"/>
            <a:ext cx="1429718" cy="668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288"/>
              </a:lnSpc>
            </a:pPr>
            <a:r>
              <a:rPr lang="en-US" b="true" sz="4407">
                <a:solidFill>
                  <a:srgbClr val="323232"/>
                </a:solidFill>
                <a:latin typeface="Dynapuff Bold"/>
                <a:ea typeface="Dynapuff Bold"/>
                <a:cs typeface="Dynapuff Bold"/>
                <a:sym typeface="Dynapuff Bold"/>
              </a:rPr>
              <a:t>1.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796217" y="5785078"/>
            <a:ext cx="1340406" cy="1348013"/>
          </a:xfrm>
          <a:custGeom>
            <a:avLst/>
            <a:gdLst/>
            <a:ahLst/>
            <a:cxnLst/>
            <a:rect r="r" b="b" t="t" l="l"/>
            <a:pathLst>
              <a:path h="1348013" w="1340406">
                <a:moveTo>
                  <a:pt x="0" y="0"/>
                </a:moveTo>
                <a:lnTo>
                  <a:pt x="1340405" y="0"/>
                </a:lnTo>
                <a:lnTo>
                  <a:pt x="1340405" y="1348013"/>
                </a:lnTo>
                <a:lnTo>
                  <a:pt x="0" y="1348013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alphaModFix amt="80000"/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3308621" y="5779900"/>
            <a:ext cx="5321258" cy="1496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985"/>
              </a:lnSpc>
              <a:spcBef>
                <a:spcPct val="0"/>
              </a:spcBef>
            </a:pPr>
            <a:r>
              <a:rPr lang="en-US" sz="4275" strike="noStrike" u="none">
                <a:solidFill>
                  <a:srgbClr val="323232"/>
                </a:solidFill>
                <a:latin typeface="Questrial"/>
                <a:ea typeface="Questrial"/>
                <a:cs typeface="Questrial"/>
                <a:sym typeface="Questrial"/>
              </a:rPr>
              <a:t>Elaborar informes y trabajos escolares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796217" y="6076986"/>
            <a:ext cx="1429718" cy="668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288"/>
              </a:lnSpc>
            </a:pPr>
            <a:r>
              <a:rPr lang="en-US" b="true" sz="4407">
                <a:solidFill>
                  <a:srgbClr val="323232"/>
                </a:solidFill>
                <a:latin typeface="Dynapuff Bold"/>
                <a:ea typeface="Dynapuff Bold"/>
                <a:cs typeface="Dynapuff Bold"/>
                <a:sym typeface="Dynapuff Bold"/>
              </a:rPr>
              <a:t>3.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1796217" y="7561143"/>
            <a:ext cx="1340406" cy="1348013"/>
          </a:xfrm>
          <a:custGeom>
            <a:avLst/>
            <a:gdLst/>
            <a:ahLst/>
            <a:cxnLst/>
            <a:rect r="r" b="b" t="t" l="l"/>
            <a:pathLst>
              <a:path h="1348013" w="1340406">
                <a:moveTo>
                  <a:pt x="0" y="0"/>
                </a:moveTo>
                <a:lnTo>
                  <a:pt x="1340405" y="0"/>
                </a:lnTo>
                <a:lnTo>
                  <a:pt x="1340405" y="1348013"/>
                </a:lnTo>
                <a:lnTo>
                  <a:pt x="0" y="1348013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3308621" y="7590254"/>
            <a:ext cx="5321258" cy="1496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985"/>
              </a:lnSpc>
              <a:spcBef>
                <a:spcPct val="0"/>
              </a:spcBef>
            </a:pPr>
            <a:r>
              <a:rPr lang="en-US" sz="4275" strike="noStrike" u="none">
                <a:solidFill>
                  <a:srgbClr val="323232"/>
                </a:solidFill>
                <a:latin typeface="Questrial"/>
                <a:ea typeface="Questrial"/>
                <a:cs typeface="Questrial"/>
                <a:sym typeface="Questrial"/>
              </a:rPr>
              <a:t>Diseñar folletos e información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796217" y="7853051"/>
            <a:ext cx="1429718" cy="668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288"/>
              </a:lnSpc>
            </a:pPr>
            <a:r>
              <a:rPr lang="en-US" b="true" sz="4407">
                <a:solidFill>
                  <a:srgbClr val="323232"/>
                </a:solidFill>
                <a:latin typeface="Dynapuff Bold"/>
                <a:ea typeface="Dynapuff Bold"/>
                <a:cs typeface="Dynapuff Bold"/>
                <a:sym typeface="Dynapuff Bold"/>
              </a:rPr>
              <a:t>5.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9817741" y="4047996"/>
            <a:ext cx="1340406" cy="1348013"/>
          </a:xfrm>
          <a:custGeom>
            <a:avLst/>
            <a:gdLst/>
            <a:ahLst/>
            <a:cxnLst/>
            <a:rect r="r" b="b" t="t" l="l"/>
            <a:pathLst>
              <a:path h="1348013" w="1340406">
                <a:moveTo>
                  <a:pt x="0" y="0"/>
                </a:moveTo>
                <a:lnTo>
                  <a:pt x="1340406" y="0"/>
                </a:lnTo>
                <a:lnTo>
                  <a:pt x="1340406" y="1348013"/>
                </a:lnTo>
                <a:lnTo>
                  <a:pt x="0" y="1348013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1189033" y="3969546"/>
            <a:ext cx="5520748" cy="1496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985"/>
              </a:lnSpc>
              <a:spcBef>
                <a:spcPct val="0"/>
              </a:spcBef>
            </a:pPr>
            <a:r>
              <a:rPr lang="en-US" sz="4275" strike="noStrike" u="none">
                <a:solidFill>
                  <a:srgbClr val="323232"/>
                </a:solidFill>
                <a:latin typeface="Questrial"/>
                <a:ea typeface="Questrial"/>
                <a:cs typeface="Questrial"/>
                <a:sym typeface="Questrial"/>
              </a:rPr>
              <a:t>Crear currículums profesionales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817741" y="4339904"/>
            <a:ext cx="1429718" cy="668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288"/>
              </a:lnSpc>
            </a:pPr>
            <a:r>
              <a:rPr lang="en-US" b="true" sz="4407">
                <a:solidFill>
                  <a:srgbClr val="323232"/>
                </a:solidFill>
                <a:latin typeface="Dynapuff Bold"/>
                <a:ea typeface="Dynapuff Bold"/>
                <a:cs typeface="Dynapuff Bold"/>
                <a:sym typeface="Dynapuff Bold"/>
              </a:rPr>
              <a:t>2.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9848627" y="5818741"/>
            <a:ext cx="1340406" cy="1348013"/>
          </a:xfrm>
          <a:custGeom>
            <a:avLst/>
            <a:gdLst/>
            <a:ahLst/>
            <a:cxnLst/>
            <a:rect r="r" b="b" t="t" l="l"/>
            <a:pathLst>
              <a:path h="1348013" w="1340406">
                <a:moveTo>
                  <a:pt x="0" y="0"/>
                </a:moveTo>
                <a:lnTo>
                  <a:pt x="1340406" y="0"/>
                </a:lnTo>
                <a:lnTo>
                  <a:pt x="1340406" y="1348013"/>
                </a:lnTo>
                <a:lnTo>
                  <a:pt x="0" y="1348013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11449795" y="5779900"/>
            <a:ext cx="5489861" cy="1496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985"/>
              </a:lnSpc>
              <a:spcBef>
                <a:spcPct val="0"/>
              </a:spcBef>
            </a:pPr>
            <a:r>
              <a:rPr lang="en-US" sz="4275" strike="noStrike" u="none">
                <a:solidFill>
                  <a:srgbClr val="323232"/>
                </a:solidFill>
                <a:latin typeface="Questrial"/>
                <a:ea typeface="Questrial"/>
                <a:cs typeface="Questrial"/>
                <a:sym typeface="Questrial"/>
              </a:rPr>
              <a:t>Editar y revisar textos fácilmente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848627" y="6110650"/>
            <a:ext cx="1429718" cy="668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288"/>
              </a:lnSpc>
            </a:pPr>
            <a:r>
              <a:rPr lang="en-US" b="true" sz="4407">
                <a:solidFill>
                  <a:srgbClr val="323232"/>
                </a:solidFill>
                <a:latin typeface="Dynapuff Bold"/>
                <a:ea typeface="Dynapuff Bold"/>
                <a:cs typeface="Dynapuff Bold"/>
                <a:sym typeface="Dynapuff Bold"/>
              </a:rPr>
              <a:t>4.</a:t>
            </a:r>
          </a:p>
        </p:txBody>
      </p:sp>
      <p:sp>
        <p:nvSpPr>
          <p:cNvPr name="Freeform 26" id="26"/>
          <p:cNvSpPr/>
          <p:nvPr/>
        </p:nvSpPr>
        <p:spPr>
          <a:xfrm flipH="false" flipV="false" rot="0">
            <a:off x="9848627" y="7594806"/>
            <a:ext cx="1340406" cy="1348013"/>
          </a:xfrm>
          <a:custGeom>
            <a:avLst/>
            <a:gdLst/>
            <a:ahLst/>
            <a:cxnLst/>
            <a:rect r="r" b="b" t="t" l="l"/>
            <a:pathLst>
              <a:path h="1348013" w="1340406">
                <a:moveTo>
                  <a:pt x="0" y="0"/>
                </a:moveTo>
                <a:lnTo>
                  <a:pt x="1340406" y="0"/>
                </a:lnTo>
                <a:lnTo>
                  <a:pt x="1340406" y="1348013"/>
                </a:lnTo>
                <a:lnTo>
                  <a:pt x="0" y="1348013"/>
                </a:lnTo>
                <a:lnTo>
                  <a:pt x="0" y="0"/>
                </a:lnTo>
                <a:close/>
              </a:path>
            </a:pathLst>
          </a:custGeom>
          <a:blipFill>
            <a:blip r:embed="rId26">
              <a:alphaModFix amt="80000"/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11449795" y="7509081"/>
            <a:ext cx="5489861" cy="1496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985"/>
              </a:lnSpc>
              <a:spcBef>
                <a:spcPct val="0"/>
              </a:spcBef>
            </a:pPr>
            <a:r>
              <a:rPr lang="en-US" sz="4275" strike="noStrike" u="none">
                <a:solidFill>
                  <a:srgbClr val="323232"/>
                </a:solidFill>
                <a:latin typeface="Questrial"/>
                <a:ea typeface="Questrial"/>
                <a:cs typeface="Questrial"/>
                <a:sym typeface="Questrial"/>
              </a:rPr>
              <a:t>Usar herramientas de corrección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848627" y="7886714"/>
            <a:ext cx="1429718" cy="668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288"/>
              </a:lnSpc>
            </a:pPr>
            <a:r>
              <a:rPr lang="en-US" sz="4407">
                <a:solidFill>
                  <a:srgbClr val="323232"/>
                </a:solidFill>
                <a:latin typeface="Dynapuff"/>
                <a:ea typeface="Dynapuff"/>
                <a:cs typeface="Dynapuff"/>
                <a:sym typeface="Dynapuff"/>
              </a:rPr>
              <a:t>6.</a:t>
            </a:r>
          </a:p>
        </p:txBody>
      </p:sp>
      <p:sp>
        <p:nvSpPr>
          <p:cNvPr name="Freeform 29" id="29"/>
          <p:cNvSpPr/>
          <p:nvPr/>
        </p:nvSpPr>
        <p:spPr>
          <a:xfrm flipH="false" flipV="false" rot="2960650">
            <a:off x="12392496" y="2696854"/>
            <a:ext cx="518643" cy="502079"/>
          </a:xfrm>
          <a:custGeom>
            <a:avLst/>
            <a:gdLst/>
            <a:ahLst/>
            <a:cxnLst/>
            <a:rect r="r" b="b" t="t" l="l"/>
            <a:pathLst>
              <a:path h="502079" w="518643">
                <a:moveTo>
                  <a:pt x="0" y="0"/>
                </a:moveTo>
                <a:lnTo>
                  <a:pt x="518643" y="0"/>
                </a:lnTo>
                <a:lnTo>
                  <a:pt x="518643" y="502079"/>
                </a:lnTo>
                <a:lnTo>
                  <a:pt x="0" y="50207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8B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55591" y="937397"/>
            <a:ext cx="11558403" cy="8771946"/>
          </a:xfrm>
          <a:custGeom>
            <a:avLst/>
            <a:gdLst/>
            <a:ahLst/>
            <a:cxnLst/>
            <a:rect r="r" b="b" t="t" l="l"/>
            <a:pathLst>
              <a:path h="8771946" w="11558403">
                <a:moveTo>
                  <a:pt x="0" y="0"/>
                </a:moveTo>
                <a:lnTo>
                  <a:pt x="11558403" y="0"/>
                </a:lnTo>
                <a:lnTo>
                  <a:pt x="11558403" y="8771946"/>
                </a:lnTo>
                <a:lnTo>
                  <a:pt x="0" y="87719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4472" r="0" b="-3745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112887" y="937397"/>
            <a:ext cx="8682557" cy="8771946"/>
          </a:xfrm>
          <a:custGeom>
            <a:avLst/>
            <a:gdLst/>
            <a:ahLst/>
            <a:cxnLst/>
            <a:rect r="r" b="b" t="t" l="l"/>
            <a:pathLst>
              <a:path h="8771946" w="8682557">
                <a:moveTo>
                  <a:pt x="0" y="0"/>
                </a:moveTo>
                <a:lnTo>
                  <a:pt x="8682557" y="0"/>
                </a:lnTo>
                <a:lnTo>
                  <a:pt x="8682557" y="8771946"/>
                </a:lnTo>
                <a:lnTo>
                  <a:pt x="0" y="87719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33624" t="-14527" r="0" b="-37976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2960650">
            <a:off x="2443638" y="6562566"/>
            <a:ext cx="518643" cy="502079"/>
          </a:xfrm>
          <a:custGeom>
            <a:avLst/>
            <a:gdLst/>
            <a:ahLst/>
            <a:cxnLst/>
            <a:rect r="r" b="b" t="t" l="l"/>
            <a:pathLst>
              <a:path h="502079" w="518643">
                <a:moveTo>
                  <a:pt x="0" y="0"/>
                </a:moveTo>
                <a:lnTo>
                  <a:pt x="518642" y="0"/>
                </a:lnTo>
                <a:lnTo>
                  <a:pt x="518642" y="502080"/>
                </a:lnTo>
                <a:lnTo>
                  <a:pt x="0" y="50208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263128" y="1106892"/>
            <a:ext cx="8811517" cy="2053083"/>
          </a:xfrm>
          <a:custGeom>
            <a:avLst/>
            <a:gdLst/>
            <a:ahLst/>
            <a:cxnLst/>
            <a:rect r="r" b="b" t="t" l="l"/>
            <a:pathLst>
              <a:path h="2053083" w="8811517">
                <a:moveTo>
                  <a:pt x="0" y="0"/>
                </a:moveTo>
                <a:lnTo>
                  <a:pt x="8811517" y="0"/>
                </a:lnTo>
                <a:lnTo>
                  <a:pt x="8811517" y="2053083"/>
                </a:lnTo>
                <a:lnTo>
                  <a:pt x="0" y="20530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702959" y="1642343"/>
            <a:ext cx="7636732" cy="15348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031"/>
              </a:lnSpc>
            </a:pPr>
            <a:r>
              <a:rPr lang="en-US" b="true" sz="5026">
                <a:solidFill>
                  <a:srgbClr val="323232"/>
                </a:solidFill>
                <a:latin typeface="Dynapuff Bold"/>
                <a:ea typeface="Dynapuff Bold"/>
                <a:cs typeface="Dynapuff Bold"/>
                <a:sym typeface="Dynapuff Bold"/>
              </a:rPr>
              <a:t>¿Qué puedes hacer con  Word?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530715" y="2762678"/>
            <a:ext cx="1674519" cy="1684022"/>
          </a:xfrm>
          <a:custGeom>
            <a:avLst/>
            <a:gdLst/>
            <a:ahLst/>
            <a:cxnLst/>
            <a:rect r="r" b="b" t="t" l="l"/>
            <a:pathLst>
              <a:path h="1684022" w="1674519">
                <a:moveTo>
                  <a:pt x="0" y="0"/>
                </a:moveTo>
                <a:lnTo>
                  <a:pt x="1674518" y="0"/>
                </a:lnTo>
                <a:lnTo>
                  <a:pt x="1674518" y="1684022"/>
                </a:lnTo>
                <a:lnTo>
                  <a:pt x="0" y="168402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>
            <a:grpSpLocks noChangeAspect="true"/>
          </p:cNvGrpSpPr>
          <p:nvPr/>
        </p:nvGrpSpPr>
        <p:grpSpPr>
          <a:xfrm rot="0">
            <a:off x="7532098" y="3159975"/>
            <a:ext cx="3952666" cy="4048897"/>
            <a:chOff x="0" y="0"/>
            <a:chExt cx="2086610" cy="213741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2540" y="-305"/>
              <a:ext cx="2087880" cy="2136012"/>
            </a:xfrm>
            <a:custGeom>
              <a:avLst/>
              <a:gdLst/>
              <a:ahLst/>
              <a:cxnLst/>
              <a:rect r="r" b="b" t="t" l="l"/>
              <a:pathLst>
                <a:path h="2136012" w="2087880">
                  <a:moveTo>
                    <a:pt x="1979930" y="484175"/>
                  </a:moveTo>
                  <a:cubicBezTo>
                    <a:pt x="1964690" y="452425"/>
                    <a:pt x="1948180" y="420675"/>
                    <a:pt x="1929130" y="391465"/>
                  </a:cubicBezTo>
                  <a:cubicBezTo>
                    <a:pt x="1908810" y="360985"/>
                    <a:pt x="1888490" y="327965"/>
                    <a:pt x="1861820" y="302565"/>
                  </a:cubicBezTo>
                  <a:cubicBezTo>
                    <a:pt x="1836420" y="278435"/>
                    <a:pt x="1808480" y="255575"/>
                    <a:pt x="1780540" y="233985"/>
                  </a:cubicBezTo>
                  <a:cubicBezTo>
                    <a:pt x="1725930" y="190805"/>
                    <a:pt x="1666240" y="152705"/>
                    <a:pt x="1606550" y="117145"/>
                  </a:cubicBezTo>
                  <a:cubicBezTo>
                    <a:pt x="1537970" y="75235"/>
                    <a:pt x="1461770" y="53645"/>
                    <a:pt x="1384300" y="32055"/>
                  </a:cubicBezTo>
                  <a:cubicBezTo>
                    <a:pt x="1337310" y="19355"/>
                    <a:pt x="1289050" y="9195"/>
                    <a:pt x="1239520" y="2845"/>
                  </a:cubicBezTo>
                  <a:cubicBezTo>
                    <a:pt x="1203960" y="-2235"/>
                    <a:pt x="1165860" y="305"/>
                    <a:pt x="1129030" y="4115"/>
                  </a:cubicBezTo>
                  <a:cubicBezTo>
                    <a:pt x="1079500" y="7925"/>
                    <a:pt x="1029970" y="11735"/>
                    <a:pt x="980440" y="20625"/>
                  </a:cubicBezTo>
                  <a:cubicBezTo>
                    <a:pt x="943610" y="21895"/>
                    <a:pt x="908050" y="23165"/>
                    <a:pt x="869950" y="26975"/>
                  </a:cubicBezTo>
                  <a:cubicBezTo>
                    <a:pt x="850900" y="28245"/>
                    <a:pt x="831850" y="30785"/>
                    <a:pt x="812800" y="33325"/>
                  </a:cubicBezTo>
                  <a:cubicBezTo>
                    <a:pt x="800100" y="35865"/>
                    <a:pt x="788670" y="38405"/>
                    <a:pt x="777240" y="40945"/>
                  </a:cubicBezTo>
                  <a:cubicBezTo>
                    <a:pt x="730250" y="52375"/>
                    <a:pt x="685800" y="72695"/>
                    <a:pt x="645160" y="94285"/>
                  </a:cubicBezTo>
                  <a:cubicBezTo>
                    <a:pt x="562610" y="137465"/>
                    <a:pt x="483870" y="188265"/>
                    <a:pt x="411480" y="245415"/>
                  </a:cubicBezTo>
                  <a:cubicBezTo>
                    <a:pt x="381000" y="269545"/>
                    <a:pt x="351790" y="294945"/>
                    <a:pt x="322580" y="321615"/>
                  </a:cubicBezTo>
                  <a:cubicBezTo>
                    <a:pt x="270510" y="369875"/>
                    <a:pt x="227330" y="427025"/>
                    <a:pt x="187960" y="485445"/>
                  </a:cubicBezTo>
                  <a:cubicBezTo>
                    <a:pt x="158750" y="527355"/>
                    <a:pt x="134620" y="575615"/>
                    <a:pt x="114300" y="621335"/>
                  </a:cubicBezTo>
                  <a:cubicBezTo>
                    <a:pt x="99060" y="655625"/>
                    <a:pt x="82550" y="689915"/>
                    <a:pt x="72390" y="726745"/>
                  </a:cubicBezTo>
                  <a:cubicBezTo>
                    <a:pt x="44450" y="816915"/>
                    <a:pt x="22860" y="908355"/>
                    <a:pt x="8890" y="1001065"/>
                  </a:cubicBezTo>
                  <a:cubicBezTo>
                    <a:pt x="3810" y="1037895"/>
                    <a:pt x="1270" y="1074725"/>
                    <a:pt x="0" y="1112825"/>
                  </a:cubicBezTo>
                  <a:lnTo>
                    <a:pt x="0" y="1163625"/>
                  </a:lnTo>
                  <a:cubicBezTo>
                    <a:pt x="1270" y="1195375"/>
                    <a:pt x="2540" y="1234745"/>
                    <a:pt x="8890" y="1266495"/>
                  </a:cubicBezTo>
                  <a:cubicBezTo>
                    <a:pt x="15240" y="1303325"/>
                    <a:pt x="21590" y="1341425"/>
                    <a:pt x="31750" y="1376985"/>
                  </a:cubicBezTo>
                  <a:cubicBezTo>
                    <a:pt x="54610" y="1450645"/>
                    <a:pt x="78740" y="1525575"/>
                    <a:pt x="118110" y="1592885"/>
                  </a:cubicBezTo>
                  <a:cubicBezTo>
                    <a:pt x="138430" y="1627175"/>
                    <a:pt x="160020" y="1661465"/>
                    <a:pt x="182880" y="1693215"/>
                  </a:cubicBezTo>
                  <a:cubicBezTo>
                    <a:pt x="212090" y="1736395"/>
                    <a:pt x="241300" y="1778305"/>
                    <a:pt x="278130" y="1815135"/>
                  </a:cubicBezTo>
                  <a:cubicBezTo>
                    <a:pt x="322580" y="1860855"/>
                    <a:pt x="374650" y="1901495"/>
                    <a:pt x="427990" y="1937055"/>
                  </a:cubicBezTo>
                  <a:cubicBezTo>
                    <a:pt x="539750" y="2010715"/>
                    <a:pt x="673100" y="2052625"/>
                    <a:pt x="801370" y="2088185"/>
                  </a:cubicBezTo>
                  <a:cubicBezTo>
                    <a:pt x="831850" y="2097075"/>
                    <a:pt x="863600" y="2104695"/>
                    <a:pt x="895350" y="2111045"/>
                  </a:cubicBezTo>
                  <a:cubicBezTo>
                    <a:pt x="944880" y="2121205"/>
                    <a:pt x="994410" y="2132635"/>
                    <a:pt x="1043940" y="2135175"/>
                  </a:cubicBezTo>
                  <a:cubicBezTo>
                    <a:pt x="1083310" y="2137715"/>
                    <a:pt x="1123950" y="2133905"/>
                    <a:pt x="1163320" y="2131365"/>
                  </a:cubicBezTo>
                  <a:cubicBezTo>
                    <a:pt x="1216660" y="2127555"/>
                    <a:pt x="1270000" y="2122475"/>
                    <a:pt x="1323340" y="2111045"/>
                  </a:cubicBezTo>
                  <a:cubicBezTo>
                    <a:pt x="1375410" y="2099615"/>
                    <a:pt x="1424940" y="2081835"/>
                    <a:pt x="1473200" y="2060245"/>
                  </a:cubicBezTo>
                  <a:cubicBezTo>
                    <a:pt x="1549400" y="2027225"/>
                    <a:pt x="1623060" y="1981505"/>
                    <a:pt x="1678940" y="1919275"/>
                  </a:cubicBezTo>
                  <a:cubicBezTo>
                    <a:pt x="1739900" y="1850695"/>
                    <a:pt x="1798320" y="1780845"/>
                    <a:pt x="1847850" y="1703375"/>
                  </a:cubicBezTo>
                  <a:cubicBezTo>
                    <a:pt x="1896110" y="1628445"/>
                    <a:pt x="1936750" y="1548435"/>
                    <a:pt x="1976120" y="1467155"/>
                  </a:cubicBezTo>
                  <a:cubicBezTo>
                    <a:pt x="2007870" y="1401115"/>
                    <a:pt x="2039620" y="1332535"/>
                    <a:pt x="2056130" y="1260145"/>
                  </a:cubicBezTo>
                  <a:cubicBezTo>
                    <a:pt x="2067560" y="1210615"/>
                    <a:pt x="2077720" y="1159815"/>
                    <a:pt x="2082800" y="1110285"/>
                  </a:cubicBezTo>
                  <a:cubicBezTo>
                    <a:pt x="2086610" y="1072185"/>
                    <a:pt x="2087880" y="1035355"/>
                    <a:pt x="2087880" y="998525"/>
                  </a:cubicBezTo>
                  <a:cubicBezTo>
                    <a:pt x="2087880" y="908355"/>
                    <a:pt x="2082800" y="818185"/>
                    <a:pt x="2067560" y="729285"/>
                  </a:cubicBezTo>
                  <a:cubicBezTo>
                    <a:pt x="2061210" y="693725"/>
                    <a:pt x="2052320" y="659435"/>
                    <a:pt x="2039620" y="626415"/>
                  </a:cubicBezTo>
                  <a:cubicBezTo>
                    <a:pt x="2019300" y="579425"/>
                    <a:pt x="2002790" y="531165"/>
                    <a:pt x="1979930" y="484175"/>
                  </a:cubicBezTo>
                  <a:close/>
                </a:path>
              </a:pathLst>
            </a:custGeom>
            <a:blipFill>
              <a:blip r:embed="rId10"/>
              <a:stretch>
                <a:fillRect l="-321" t="0" r="-321" b="0"/>
              </a:stretch>
            </a:blipFill>
          </p:spPr>
        </p:sp>
      </p:grpSp>
      <p:grpSp>
        <p:nvGrpSpPr>
          <p:cNvPr name="Group 10" id="10"/>
          <p:cNvGrpSpPr>
            <a:grpSpLocks noChangeAspect="true"/>
          </p:cNvGrpSpPr>
          <p:nvPr/>
        </p:nvGrpSpPr>
        <p:grpSpPr>
          <a:xfrm rot="0">
            <a:off x="1530715" y="3159975"/>
            <a:ext cx="4144832" cy="4048897"/>
            <a:chOff x="0" y="0"/>
            <a:chExt cx="4828540" cy="47167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1103" y="1273"/>
              <a:ext cx="4830645" cy="4716345"/>
            </a:xfrm>
            <a:custGeom>
              <a:avLst/>
              <a:gdLst/>
              <a:ahLst/>
              <a:cxnLst/>
              <a:rect r="r" b="b" t="t" l="l"/>
              <a:pathLst>
                <a:path h="4716345" w="4830645">
                  <a:moveTo>
                    <a:pt x="3415197" y="4653277"/>
                  </a:moveTo>
                  <a:cubicBezTo>
                    <a:pt x="3387257" y="4660897"/>
                    <a:pt x="3365667" y="4671057"/>
                    <a:pt x="3344077" y="4673597"/>
                  </a:cubicBezTo>
                  <a:cubicBezTo>
                    <a:pt x="3222157" y="4683757"/>
                    <a:pt x="3101507" y="4693917"/>
                    <a:pt x="2979587" y="4702807"/>
                  </a:cubicBezTo>
                  <a:cubicBezTo>
                    <a:pt x="2917357" y="4706617"/>
                    <a:pt x="2855127" y="4710427"/>
                    <a:pt x="2792897" y="4711697"/>
                  </a:cubicBezTo>
                  <a:cubicBezTo>
                    <a:pt x="2725587" y="4714237"/>
                    <a:pt x="2658277" y="4718047"/>
                    <a:pt x="2592237" y="4715507"/>
                  </a:cubicBezTo>
                  <a:cubicBezTo>
                    <a:pt x="2528737" y="4714237"/>
                    <a:pt x="2465237" y="4710427"/>
                    <a:pt x="2404277" y="4698997"/>
                  </a:cubicBezTo>
                  <a:cubicBezTo>
                    <a:pt x="2325537" y="4685027"/>
                    <a:pt x="2245527" y="4685027"/>
                    <a:pt x="2168057" y="4672327"/>
                  </a:cubicBezTo>
                  <a:cubicBezTo>
                    <a:pt x="1966127" y="4639307"/>
                    <a:pt x="1760387" y="4648197"/>
                    <a:pt x="1557187" y="4634227"/>
                  </a:cubicBezTo>
                  <a:cubicBezTo>
                    <a:pt x="1442887" y="4626607"/>
                    <a:pt x="1328587" y="4608827"/>
                    <a:pt x="1214287" y="4593587"/>
                  </a:cubicBezTo>
                  <a:cubicBezTo>
                    <a:pt x="1084747" y="4577077"/>
                    <a:pt x="955207" y="4558027"/>
                    <a:pt x="824397" y="4540247"/>
                  </a:cubicBezTo>
                  <a:cubicBezTo>
                    <a:pt x="729147" y="4527547"/>
                    <a:pt x="632627" y="4514847"/>
                    <a:pt x="537377" y="4502147"/>
                  </a:cubicBezTo>
                  <a:cubicBezTo>
                    <a:pt x="534837" y="4502147"/>
                    <a:pt x="532297" y="4500877"/>
                    <a:pt x="529757" y="4500877"/>
                  </a:cubicBezTo>
                  <a:cubicBezTo>
                    <a:pt x="449747" y="4466586"/>
                    <a:pt x="364657" y="4439917"/>
                    <a:pt x="290997" y="4395467"/>
                  </a:cubicBezTo>
                  <a:cubicBezTo>
                    <a:pt x="166537" y="4319267"/>
                    <a:pt x="113197" y="4197347"/>
                    <a:pt x="108117" y="4053837"/>
                  </a:cubicBezTo>
                  <a:cubicBezTo>
                    <a:pt x="106847" y="4004307"/>
                    <a:pt x="100497" y="3956047"/>
                    <a:pt x="100497" y="3906517"/>
                  </a:cubicBezTo>
                  <a:cubicBezTo>
                    <a:pt x="101767" y="3837937"/>
                    <a:pt x="106847" y="3770627"/>
                    <a:pt x="110657" y="3703317"/>
                  </a:cubicBezTo>
                  <a:cubicBezTo>
                    <a:pt x="120817" y="3502657"/>
                    <a:pt x="125897" y="3301997"/>
                    <a:pt x="110657" y="3101337"/>
                  </a:cubicBezTo>
                  <a:cubicBezTo>
                    <a:pt x="96687" y="2920997"/>
                    <a:pt x="83987" y="2741927"/>
                    <a:pt x="70017" y="2561587"/>
                  </a:cubicBezTo>
                  <a:cubicBezTo>
                    <a:pt x="61127" y="2446017"/>
                    <a:pt x="49697" y="2331717"/>
                    <a:pt x="42077" y="2216147"/>
                  </a:cubicBezTo>
                  <a:cubicBezTo>
                    <a:pt x="36997" y="2139947"/>
                    <a:pt x="38267" y="2062477"/>
                    <a:pt x="33187" y="1986277"/>
                  </a:cubicBezTo>
                  <a:cubicBezTo>
                    <a:pt x="30647" y="1943097"/>
                    <a:pt x="16677" y="1901187"/>
                    <a:pt x="15407" y="1858007"/>
                  </a:cubicBezTo>
                  <a:cubicBezTo>
                    <a:pt x="10327" y="1753867"/>
                    <a:pt x="9057" y="1648457"/>
                    <a:pt x="6517" y="1543047"/>
                  </a:cubicBezTo>
                  <a:cubicBezTo>
                    <a:pt x="5247" y="1502407"/>
                    <a:pt x="-1103" y="1461767"/>
                    <a:pt x="167" y="1421127"/>
                  </a:cubicBezTo>
                  <a:cubicBezTo>
                    <a:pt x="1437" y="1357627"/>
                    <a:pt x="9057" y="1294127"/>
                    <a:pt x="10327" y="1230627"/>
                  </a:cubicBezTo>
                  <a:cubicBezTo>
                    <a:pt x="11597" y="1156967"/>
                    <a:pt x="3977" y="1083307"/>
                    <a:pt x="6517" y="1010917"/>
                  </a:cubicBezTo>
                  <a:cubicBezTo>
                    <a:pt x="6517" y="941067"/>
                    <a:pt x="15407" y="872487"/>
                    <a:pt x="24297" y="802637"/>
                  </a:cubicBezTo>
                  <a:cubicBezTo>
                    <a:pt x="26837" y="778507"/>
                    <a:pt x="44617" y="756917"/>
                    <a:pt x="49697" y="732787"/>
                  </a:cubicBezTo>
                  <a:cubicBezTo>
                    <a:pt x="71287" y="613407"/>
                    <a:pt x="94147" y="494027"/>
                    <a:pt x="150027" y="383537"/>
                  </a:cubicBezTo>
                  <a:cubicBezTo>
                    <a:pt x="162727" y="359407"/>
                    <a:pt x="183047" y="337817"/>
                    <a:pt x="202097" y="318767"/>
                  </a:cubicBezTo>
                  <a:cubicBezTo>
                    <a:pt x="208447" y="312417"/>
                    <a:pt x="223687" y="316227"/>
                    <a:pt x="227497" y="316227"/>
                  </a:cubicBezTo>
                  <a:cubicBezTo>
                    <a:pt x="236387" y="299717"/>
                    <a:pt x="241467" y="283207"/>
                    <a:pt x="251627" y="275587"/>
                  </a:cubicBezTo>
                  <a:cubicBezTo>
                    <a:pt x="306237" y="233677"/>
                    <a:pt x="363387" y="203197"/>
                    <a:pt x="434507" y="195577"/>
                  </a:cubicBezTo>
                  <a:cubicBezTo>
                    <a:pt x="487847" y="189227"/>
                    <a:pt x="539917" y="166367"/>
                    <a:pt x="593257" y="153667"/>
                  </a:cubicBezTo>
                  <a:cubicBezTo>
                    <a:pt x="658027" y="138427"/>
                    <a:pt x="722797" y="120647"/>
                    <a:pt x="790107" y="111757"/>
                  </a:cubicBezTo>
                  <a:cubicBezTo>
                    <a:pt x="851067" y="104137"/>
                    <a:pt x="909487" y="87627"/>
                    <a:pt x="971717" y="82547"/>
                  </a:cubicBezTo>
                  <a:cubicBezTo>
                    <a:pt x="1035217" y="77467"/>
                    <a:pt x="1098717" y="62227"/>
                    <a:pt x="1163487" y="57147"/>
                  </a:cubicBezTo>
                  <a:cubicBezTo>
                    <a:pt x="1338747" y="44447"/>
                    <a:pt x="1515277" y="35557"/>
                    <a:pt x="1690537" y="25397"/>
                  </a:cubicBezTo>
                  <a:cubicBezTo>
                    <a:pt x="1733717" y="22857"/>
                    <a:pt x="1776897" y="25397"/>
                    <a:pt x="1820077" y="26667"/>
                  </a:cubicBezTo>
                  <a:cubicBezTo>
                    <a:pt x="1841667" y="27937"/>
                    <a:pt x="1863257" y="33017"/>
                    <a:pt x="1886117" y="35557"/>
                  </a:cubicBezTo>
                  <a:cubicBezTo>
                    <a:pt x="1896277" y="36827"/>
                    <a:pt x="1906437" y="33017"/>
                    <a:pt x="1916597" y="33017"/>
                  </a:cubicBezTo>
                  <a:cubicBezTo>
                    <a:pt x="1947077" y="33017"/>
                    <a:pt x="1978827" y="33017"/>
                    <a:pt x="2009307" y="31747"/>
                  </a:cubicBezTo>
                  <a:cubicBezTo>
                    <a:pt x="2067727" y="29207"/>
                    <a:pt x="2127417" y="22857"/>
                    <a:pt x="2185837" y="22857"/>
                  </a:cubicBezTo>
                  <a:cubicBezTo>
                    <a:pt x="2242987" y="22857"/>
                    <a:pt x="2300137" y="26667"/>
                    <a:pt x="2357287" y="29207"/>
                  </a:cubicBezTo>
                  <a:lnTo>
                    <a:pt x="2403007" y="29207"/>
                  </a:lnTo>
                  <a:cubicBezTo>
                    <a:pt x="2472857" y="26667"/>
                    <a:pt x="2541437" y="26667"/>
                    <a:pt x="2611287" y="22857"/>
                  </a:cubicBezTo>
                  <a:cubicBezTo>
                    <a:pt x="2678597" y="19047"/>
                    <a:pt x="2744637" y="10157"/>
                    <a:pt x="2811947" y="6347"/>
                  </a:cubicBezTo>
                  <a:cubicBezTo>
                    <a:pt x="2843697" y="3807"/>
                    <a:pt x="2876717" y="3807"/>
                    <a:pt x="2908467" y="10157"/>
                  </a:cubicBezTo>
                  <a:cubicBezTo>
                    <a:pt x="2956727" y="19047"/>
                    <a:pt x="3002447" y="24127"/>
                    <a:pt x="3050707" y="10157"/>
                  </a:cubicBezTo>
                  <a:cubicBezTo>
                    <a:pt x="3068487" y="5077"/>
                    <a:pt x="3091347" y="13967"/>
                    <a:pt x="3111667" y="16507"/>
                  </a:cubicBezTo>
                  <a:cubicBezTo>
                    <a:pt x="3120557" y="17777"/>
                    <a:pt x="3130717" y="20317"/>
                    <a:pt x="3135797" y="16507"/>
                  </a:cubicBezTo>
                  <a:cubicBezTo>
                    <a:pt x="3170087" y="-8893"/>
                    <a:pt x="3201837" y="-2543"/>
                    <a:pt x="3234857" y="19047"/>
                  </a:cubicBezTo>
                  <a:cubicBezTo>
                    <a:pt x="3238667" y="21587"/>
                    <a:pt x="3248827" y="15237"/>
                    <a:pt x="3256447" y="15237"/>
                  </a:cubicBezTo>
                  <a:cubicBezTo>
                    <a:pt x="3286927" y="15237"/>
                    <a:pt x="3317407" y="15237"/>
                    <a:pt x="3349157" y="16507"/>
                  </a:cubicBezTo>
                  <a:cubicBezTo>
                    <a:pt x="3372017" y="17777"/>
                    <a:pt x="3393607" y="25397"/>
                    <a:pt x="3416467" y="27937"/>
                  </a:cubicBezTo>
                  <a:cubicBezTo>
                    <a:pt x="3465997" y="34287"/>
                    <a:pt x="3516797" y="44447"/>
                    <a:pt x="3567597" y="44447"/>
                  </a:cubicBezTo>
                  <a:cubicBezTo>
                    <a:pt x="3662847" y="45717"/>
                    <a:pt x="3758097" y="49527"/>
                    <a:pt x="3852077" y="69847"/>
                  </a:cubicBezTo>
                  <a:cubicBezTo>
                    <a:pt x="3939706" y="88897"/>
                    <a:pt x="4029877" y="88897"/>
                    <a:pt x="4118777" y="104137"/>
                  </a:cubicBezTo>
                  <a:cubicBezTo>
                    <a:pt x="4172117" y="113027"/>
                    <a:pt x="4226727" y="129537"/>
                    <a:pt x="4272447" y="156207"/>
                  </a:cubicBezTo>
                  <a:cubicBezTo>
                    <a:pt x="4321977" y="184147"/>
                    <a:pt x="4360077" y="229867"/>
                    <a:pt x="4404527" y="267967"/>
                  </a:cubicBezTo>
                  <a:cubicBezTo>
                    <a:pt x="4421036" y="281937"/>
                    <a:pt x="4445167" y="292097"/>
                    <a:pt x="4456597" y="309877"/>
                  </a:cubicBezTo>
                  <a:cubicBezTo>
                    <a:pt x="4489617" y="358137"/>
                    <a:pt x="4518827" y="408937"/>
                    <a:pt x="4548037" y="459737"/>
                  </a:cubicBezTo>
                  <a:cubicBezTo>
                    <a:pt x="4569627" y="496567"/>
                    <a:pt x="4591217" y="534667"/>
                    <a:pt x="4607727" y="572767"/>
                  </a:cubicBezTo>
                  <a:cubicBezTo>
                    <a:pt x="4625507" y="617217"/>
                    <a:pt x="4639477" y="662937"/>
                    <a:pt x="4653447" y="709927"/>
                  </a:cubicBezTo>
                  <a:cubicBezTo>
                    <a:pt x="4675037" y="783587"/>
                    <a:pt x="4700437" y="857247"/>
                    <a:pt x="4714407" y="933447"/>
                  </a:cubicBezTo>
                  <a:cubicBezTo>
                    <a:pt x="4734727" y="1040127"/>
                    <a:pt x="4744887" y="1149347"/>
                    <a:pt x="4760127" y="1257297"/>
                  </a:cubicBezTo>
                  <a:cubicBezTo>
                    <a:pt x="4765207" y="1292857"/>
                    <a:pt x="4771557" y="1328417"/>
                    <a:pt x="4774097" y="1363977"/>
                  </a:cubicBezTo>
                  <a:cubicBezTo>
                    <a:pt x="4781717" y="1465577"/>
                    <a:pt x="4786797" y="1565907"/>
                    <a:pt x="4793147" y="1667507"/>
                  </a:cubicBezTo>
                  <a:cubicBezTo>
                    <a:pt x="4802037" y="1793237"/>
                    <a:pt x="4814737" y="1917697"/>
                    <a:pt x="4821087" y="2043427"/>
                  </a:cubicBezTo>
                  <a:cubicBezTo>
                    <a:pt x="4827437" y="2164077"/>
                    <a:pt x="4832517" y="2285997"/>
                    <a:pt x="4829977" y="2407917"/>
                  </a:cubicBezTo>
                  <a:cubicBezTo>
                    <a:pt x="4826167" y="2611117"/>
                    <a:pt x="4816007" y="2813047"/>
                    <a:pt x="4805847" y="3016247"/>
                  </a:cubicBezTo>
                  <a:cubicBezTo>
                    <a:pt x="4799497" y="3141977"/>
                    <a:pt x="4790607" y="3266437"/>
                    <a:pt x="4777907" y="3390897"/>
                  </a:cubicBezTo>
                  <a:cubicBezTo>
                    <a:pt x="4765207" y="3515357"/>
                    <a:pt x="4746157" y="3638547"/>
                    <a:pt x="4732187" y="3763007"/>
                  </a:cubicBezTo>
                  <a:cubicBezTo>
                    <a:pt x="4722027" y="3849367"/>
                    <a:pt x="4719487" y="3935727"/>
                    <a:pt x="4708057" y="4020817"/>
                  </a:cubicBezTo>
                  <a:cubicBezTo>
                    <a:pt x="4697897" y="4098287"/>
                    <a:pt x="4659797" y="4166867"/>
                    <a:pt x="4608997" y="4224017"/>
                  </a:cubicBezTo>
                  <a:cubicBezTo>
                    <a:pt x="4567088" y="4272277"/>
                    <a:pt x="4534067" y="4326887"/>
                    <a:pt x="4490888" y="4373877"/>
                  </a:cubicBezTo>
                  <a:cubicBezTo>
                    <a:pt x="4452788" y="4415786"/>
                    <a:pt x="4410878" y="4457697"/>
                    <a:pt x="4344838" y="4458967"/>
                  </a:cubicBezTo>
                  <a:cubicBezTo>
                    <a:pt x="4329597" y="4458967"/>
                    <a:pt x="4315628" y="4474207"/>
                    <a:pt x="4300388" y="4481827"/>
                  </a:cubicBezTo>
                  <a:cubicBezTo>
                    <a:pt x="4235617" y="4509767"/>
                    <a:pt x="4168308" y="4533897"/>
                    <a:pt x="4104808" y="4564377"/>
                  </a:cubicBezTo>
                  <a:cubicBezTo>
                    <a:pt x="3987967" y="4620257"/>
                    <a:pt x="3862238" y="4629147"/>
                    <a:pt x="3736508" y="4634227"/>
                  </a:cubicBezTo>
                  <a:cubicBezTo>
                    <a:pt x="3688248" y="4636767"/>
                    <a:pt x="3638717" y="4632957"/>
                    <a:pt x="3590458" y="4636767"/>
                  </a:cubicBezTo>
                  <a:cubicBezTo>
                    <a:pt x="3566328" y="4638037"/>
                    <a:pt x="3543467" y="4649467"/>
                    <a:pt x="3520608" y="4654547"/>
                  </a:cubicBezTo>
                  <a:cubicBezTo>
                    <a:pt x="3510448" y="4657087"/>
                    <a:pt x="3500288" y="4655817"/>
                    <a:pt x="3488858" y="4657087"/>
                  </a:cubicBezTo>
                  <a:cubicBezTo>
                    <a:pt x="3473617" y="4658357"/>
                    <a:pt x="3458378" y="4662167"/>
                    <a:pt x="3443138" y="4660897"/>
                  </a:cubicBezTo>
                  <a:cubicBezTo>
                    <a:pt x="3427897" y="4658357"/>
                    <a:pt x="3417738" y="4653277"/>
                    <a:pt x="3415197" y="4653277"/>
                  </a:cubicBezTo>
                  <a:close/>
                </a:path>
              </a:pathLst>
            </a:custGeom>
            <a:blipFill>
              <a:blip r:embed="rId11"/>
              <a:stretch>
                <a:fillRect l="0" t="-379" r="0" b="-379"/>
              </a:stretch>
            </a:blipFill>
          </p:spPr>
        </p:sp>
      </p:grpSp>
      <p:grpSp>
        <p:nvGrpSpPr>
          <p:cNvPr name="Group 12" id="12"/>
          <p:cNvGrpSpPr>
            <a:grpSpLocks noChangeAspect="true"/>
          </p:cNvGrpSpPr>
          <p:nvPr/>
        </p:nvGrpSpPr>
        <p:grpSpPr>
          <a:xfrm rot="0">
            <a:off x="13341316" y="3159975"/>
            <a:ext cx="4144832" cy="4048897"/>
            <a:chOff x="0" y="0"/>
            <a:chExt cx="4828540" cy="471678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1103" y="1273"/>
              <a:ext cx="4830645" cy="4716345"/>
            </a:xfrm>
            <a:custGeom>
              <a:avLst/>
              <a:gdLst/>
              <a:ahLst/>
              <a:cxnLst/>
              <a:rect r="r" b="b" t="t" l="l"/>
              <a:pathLst>
                <a:path h="4716345" w="4830645">
                  <a:moveTo>
                    <a:pt x="3415197" y="4653277"/>
                  </a:moveTo>
                  <a:cubicBezTo>
                    <a:pt x="3387257" y="4660897"/>
                    <a:pt x="3365667" y="4671057"/>
                    <a:pt x="3344077" y="4673597"/>
                  </a:cubicBezTo>
                  <a:cubicBezTo>
                    <a:pt x="3222157" y="4683757"/>
                    <a:pt x="3101507" y="4693917"/>
                    <a:pt x="2979587" y="4702807"/>
                  </a:cubicBezTo>
                  <a:cubicBezTo>
                    <a:pt x="2917357" y="4706617"/>
                    <a:pt x="2855127" y="4710427"/>
                    <a:pt x="2792897" y="4711697"/>
                  </a:cubicBezTo>
                  <a:cubicBezTo>
                    <a:pt x="2725587" y="4714237"/>
                    <a:pt x="2658277" y="4718047"/>
                    <a:pt x="2592237" y="4715507"/>
                  </a:cubicBezTo>
                  <a:cubicBezTo>
                    <a:pt x="2528737" y="4714237"/>
                    <a:pt x="2465237" y="4710427"/>
                    <a:pt x="2404277" y="4698997"/>
                  </a:cubicBezTo>
                  <a:cubicBezTo>
                    <a:pt x="2325537" y="4685027"/>
                    <a:pt x="2245527" y="4685027"/>
                    <a:pt x="2168057" y="4672327"/>
                  </a:cubicBezTo>
                  <a:cubicBezTo>
                    <a:pt x="1966127" y="4639307"/>
                    <a:pt x="1760387" y="4648197"/>
                    <a:pt x="1557187" y="4634227"/>
                  </a:cubicBezTo>
                  <a:cubicBezTo>
                    <a:pt x="1442887" y="4626607"/>
                    <a:pt x="1328587" y="4608827"/>
                    <a:pt x="1214287" y="4593587"/>
                  </a:cubicBezTo>
                  <a:cubicBezTo>
                    <a:pt x="1084747" y="4577077"/>
                    <a:pt x="955207" y="4558027"/>
                    <a:pt x="824397" y="4540247"/>
                  </a:cubicBezTo>
                  <a:cubicBezTo>
                    <a:pt x="729147" y="4527547"/>
                    <a:pt x="632627" y="4514847"/>
                    <a:pt x="537377" y="4502147"/>
                  </a:cubicBezTo>
                  <a:cubicBezTo>
                    <a:pt x="534837" y="4502147"/>
                    <a:pt x="532297" y="4500877"/>
                    <a:pt x="529757" y="4500877"/>
                  </a:cubicBezTo>
                  <a:cubicBezTo>
                    <a:pt x="449747" y="4466586"/>
                    <a:pt x="364657" y="4439917"/>
                    <a:pt x="290997" y="4395467"/>
                  </a:cubicBezTo>
                  <a:cubicBezTo>
                    <a:pt x="166537" y="4319267"/>
                    <a:pt x="113197" y="4197347"/>
                    <a:pt x="108117" y="4053837"/>
                  </a:cubicBezTo>
                  <a:cubicBezTo>
                    <a:pt x="106847" y="4004307"/>
                    <a:pt x="100497" y="3956047"/>
                    <a:pt x="100497" y="3906517"/>
                  </a:cubicBezTo>
                  <a:cubicBezTo>
                    <a:pt x="101767" y="3837937"/>
                    <a:pt x="106847" y="3770627"/>
                    <a:pt x="110657" y="3703317"/>
                  </a:cubicBezTo>
                  <a:cubicBezTo>
                    <a:pt x="120817" y="3502657"/>
                    <a:pt x="125897" y="3301997"/>
                    <a:pt x="110657" y="3101337"/>
                  </a:cubicBezTo>
                  <a:cubicBezTo>
                    <a:pt x="96687" y="2920997"/>
                    <a:pt x="83987" y="2741927"/>
                    <a:pt x="70017" y="2561587"/>
                  </a:cubicBezTo>
                  <a:cubicBezTo>
                    <a:pt x="61127" y="2446017"/>
                    <a:pt x="49697" y="2331717"/>
                    <a:pt x="42077" y="2216147"/>
                  </a:cubicBezTo>
                  <a:cubicBezTo>
                    <a:pt x="36997" y="2139947"/>
                    <a:pt x="38267" y="2062477"/>
                    <a:pt x="33187" y="1986277"/>
                  </a:cubicBezTo>
                  <a:cubicBezTo>
                    <a:pt x="30647" y="1943097"/>
                    <a:pt x="16677" y="1901187"/>
                    <a:pt x="15407" y="1858007"/>
                  </a:cubicBezTo>
                  <a:cubicBezTo>
                    <a:pt x="10327" y="1753867"/>
                    <a:pt x="9057" y="1648457"/>
                    <a:pt x="6517" y="1543047"/>
                  </a:cubicBezTo>
                  <a:cubicBezTo>
                    <a:pt x="5247" y="1502407"/>
                    <a:pt x="-1103" y="1461767"/>
                    <a:pt x="167" y="1421127"/>
                  </a:cubicBezTo>
                  <a:cubicBezTo>
                    <a:pt x="1437" y="1357627"/>
                    <a:pt x="9057" y="1294127"/>
                    <a:pt x="10327" y="1230627"/>
                  </a:cubicBezTo>
                  <a:cubicBezTo>
                    <a:pt x="11597" y="1156967"/>
                    <a:pt x="3977" y="1083307"/>
                    <a:pt x="6517" y="1010917"/>
                  </a:cubicBezTo>
                  <a:cubicBezTo>
                    <a:pt x="6517" y="941067"/>
                    <a:pt x="15407" y="872487"/>
                    <a:pt x="24297" y="802637"/>
                  </a:cubicBezTo>
                  <a:cubicBezTo>
                    <a:pt x="26837" y="778507"/>
                    <a:pt x="44617" y="756917"/>
                    <a:pt x="49697" y="732787"/>
                  </a:cubicBezTo>
                  <a:cubicBezTo>
                    <a:pt x="71287" y="613407"/>
                    <a:pt x="94147" y="494027"/>
                    <a:pt x="150027" y="383537"/>
                  </a:cubicBezTo>
                  <a:cubicBezTo>
                    <a:pt x="162727" y="359407"/>
                    <a:pt x="183047" y="337817"/>
                    <a:pt x="202097" y="318767"/>
                  </a:cubicBezTo>
                  <a:cubicBezTo>
                    <a:pt x="208447" y="312417"/>
                    <a:pt x="223687" y="316227"/>
                    <a:pt x="227497" y="316227"/>
                  </a:cubicBezTo>
                  <a:cubicBezTo>
                    <a:pt x="236387" y="299717"/>
                    <a:pt x="241467" y="283207"/>
                    <a:pt x="251627" y="275587"/>
                  </a:cubicBezTo>
                  <a:cubicBezTo>
                    <a:pt x="306237" y="233677"/>
                    <a:pt x="363387" y="203197"/>
                    <a:pt x="434507" y="195577"/>
                  </a:cubicBezTo>
                  <a:cubicBezTo>
                    <a:pt x="487847" y="189227"/>
                    <a:pt x="539917" y="166367"/>
                    <a:pt x="593257" y="153667"/>
                  </a:cubicBezTo>
                  <a:cubicBezTo>
                    <a:pt x="658027" y="138427"/>
                    <a:pt x="722797" y="120647"/>
                    <a:pt x="790107" y="111757"/>
                  </a:cubicBezTo>
                  <a:cubicBezTo>
                    <a:pt x="851067" y="104137"/>
                    <a:pt x="909487" y="87627"/>
                    <a:pt x="971717" y="82547"/>
                  </a:cubicBezTo>
                  <a:cubicBezTo>
                    <a:pt x="1035217" y="77467"/>
                    <a:pt x="1098717" y="62227"/>
                    <a:pt x="1163487" y="57147"/>
                  </a:cubicBezTo>
                  <a:cubicBezTo>
                    <a:pt x="1338747" y="44447"/>
                    <a:pt x="1515277" y="35557"/>
                    <a:pt x="1690537" y="25397"/>
                  </a:cubicBezTo>
                  <a:cubicBezTo>
                    <a:pt x="1733717" y="22857"/>
                    <a:pt x="1776897" y="25397"/>
                    <a:pt x="1820077" y="26667"/>
                  </a:cubicBezTo>
                  <a:cubicBezTo>
                    <a:pt x="1841667" y="27937"/>
                    <a:pt x="1863257" y="33017"/>
                    <a:pt x="1886117" y="35557"/>
                  </a:cubicBezTo>
                  <a:cubicBezTo>
                    <a:pt x="1896277" y="36827"/>
                    <a:pt x="1906437" y="33017"/>
                    <a:pt x="1916597" y="33017"/>
                  </a:cubicBezTo>
                  <a:cubicBezTo>
                    <a:pt x="1947077" y="33017"/>
                    <a:pt x="1978827" y="33017"/>
                    <a:pt x="2009307" y="31747"/>
                  </a:cubicBezTo>
                  <a:cubicBezTo>
                    <a:pt x="2067727" y="29207"/>
                    <a:pt x="2127417" y="22857"/>
                    <a:pt x="2185837" y="22857"/>
                  </a:cubicBezTo>
                  <a:cubicBezTo>
                    <a:pt x="2242987" y="22857"/>
                    <a:pt x="2300137" y="26667"/>
                    <a:pt x="2357287" y="29207"/>
                  </a:cubicBezTo>
                  <a:lnTo>
                    <a:pt x="2403007" y="29207"/>
                  </a:lnTo>
                  <a:cubicBezTo>
                    <a:pt x="2472857" y="26667"/>
                    <a:pt x="2541437" y="26667"/>
                    <a:pt x="2611287" y="22857"/>
                  </a:cubicBezTo>
                  <a:cubicBezTo>
                    <a:pt x="2678597" y="19047"/>
                    <a:pt x="2744637" y="10157"/>
                    <a:pt x="2811947" y="6347"/>
                  </a:cubicBezTo>
                  <a:cubicBezTo>
                    <a:pt x="2843697" y="3807"/>
                    <a:pt x="2876717" y="3807"/>
                    <a:pt x="2908467" y="10157"/>
                  </a:cubicBezTo>
                  <a:cubicBezTo>
                    <a:pt x="2956727" y="19047"/>
                    <a:pt x="3002447" y="24127"/>
                    <a:pt x="3050707" y="10157"/>
                  </a:cubicBezTo>
                  <a:cubicBezTo>
                    <a:pt x="3068487" y="5077"/>
                    <a:pt x="3091347" y="13967"/>
                    <a:pt x="3111667" y="16507"/>
                  </a:cubicBezTo>
                  <a:cubicBezTo>
                    <a:pt x="3120557" y="17777"/>
                    <a:pt x="3130717" y="20317"/>
                    <a:pt x="3135797" y="16507"/>
                  </a:cubicBezTo>
                  <a:cubicBezTo>
                    <a:pt x="3170087" y="-8893"/>
                    <a:pt x="3201837" y="-2543"/>
                    <a:pt x="3234857" y="19047"/>
                  </a:cubicBezTo>
                  <a:cubicBezTo>
                    <a:pt x="3238667" y="21587"/>
                    <a:pt x="3248827" y="15237"/>
                    <a:pt x="3256447" y="15237"/>
                  </a:cubicBezTo>
                  <a:cubicBezTo>
                    <a:pt x="3286927" y="15237"/>
                    <a:pt x="3317407" y="15237"/>
                    <a:pt x="3349157" y="16507"/>
                  </a:cubicBezTo>
                  <a:cubicBezTo>
                    <a:pt x="3372017" y="17777"/>
                    <a:pt x="3393607" y="25397"/>
                    <a:pt x="3416467" y="27937"/>
                  </a:cubicBezTo>
                  <a:cubicBezTo>
                    <a:pt x="3465997" y="34287"/>
                    <a:pt x="3516797" y="44447"/>
                    <a:pt x="3567597" y="44447"/>
                  </a:cubicBezTo>
                  <a:cubicBezTo>
                    <a:pt x="3662847" y="45717"/>
                    <a:pt x="3758097" y="49527"/>
                    <a:pt x="3852077" y="69847"/>
                  </a:cubicBezTo>
                  <a:cubicBezTo>
                    <a:pt x="3939706" y="88897"/>
                    <a:pt x="4029877" y="88897"/>
                    <a:pt x="4118777" y="104137"/>
                  </a:cubicBezTo>
                  <a:cubicBezTo>
                    <a:pt x="4172117" y="113027"/>
                    <a:pt x="4226727" y="129537"/>
                    <a:pt x="4272447" y="156207"/>
                  </a:cubicBezTo>
                  <a:cubicBezTo>
                    <a:pt x="4321977" y="184147"/>
                    <a:pt x="4360077" y="229867"/>
                    <a:pt x="4404527" y="267967"/>
                  </a:cubicBezTo>
                  <a:cubicBezTo>
                    <a:pt x="4421036" y="281937"/>
                    <a:pt x="4445167" y="292097"/>
                    <a:pt x="4456597" y="309877"/>
                  </a:cubicBezTo>
                  <a:cubicBezTo>
                    <a:pt x="4489617" y="358137"/>
                    <a:pt x="4518827" y="408937"/>
                    <a:pt x="4548037" y="459737"/>
                  </a:cubicBezTo>
                  <a:cubicBezTo>
                    <a:pt x="4569627" y="496567"/>
                    <a:pt x="4591217" y="534667"/>
                    <a:pt x="4607727" y="572767"/>
                  </a:cubicBezTo>
                  <a:cubicBezTo>
                    <a:pt x="4625507" y="617217"/>
                    <a:pt x="4639477" y="662937"/>
                    <a:pt x="4653447" y="709927"/>
                  </a:cubicBezTo>
                  <a:cubicBezTo>
                    <a:pt x="4675037" y="783587"/>
                    <a:pt x="4700437" y="857247"/>
                    <a:pt x="4714407" y="933447"/>
                  </a:cubicBezTo>
                  <a:cubicBezTo>
                    <a:pt x="4734727" y="1040127"/>
                    <a:pt x="4744887" y="1149347"/>
                    <a:pt x="4760127" y="1257297"/>
                  </a:cubicBezTo>
                  <a:cubicBezTo>
                    <a:pt x="4765207" y="1292857"/>
                    <a:pt x="4771557" y="1328417"/>
                    <a:pt x="4774097" y="1363977"/>
                  </a:cubicBezTo>
                  <a:cubicBezTo>
                    <a:pt x="4781717" y="1465577"/>
                    <a:pt x="4786797" y="1565907"/>
                    <a:pt x="4793147" y="1667507"/>
                  </a:cubicBezTo>
                  <a:cubicBezTo>
                    <a:pt x="4802037" y="1793237"/>
                    <a:pt x="4814737" y="1917697"/>
                    <a:pt x="4821087" y="2043427"/>
                  </a:cubicBezTo>
                  <a:cubicBezTo>
                    <a:pt x="4827437" y="2164077"/>
                    <a:pt x="4832517" y="2285997"/>
                    <a:pt x="4829977" y="2407917"/>
                  </a:cubicBezTo>
                  <a:cubicBezTo>
                    <a:pt x="4826167" y="2611117"/>
                    <a:pt x="4816007" y="2813047"/>
                    <a:pt x="4805847" y="3016247"/>
                  </a:cubicBezTo>
                  <a:cubicBezTo>
                    <a:pt x="4799497" y="3141977"/>
                    <a:pt x="4790607" y="3266437"/>
                    <a:pt x="4777907" y="3390897"/>
                  </a:cubicBezTo>
                  <a:cubicBezTo>
                    <a:pt x="4765207" y="3515357"/>
                    <a:pt x="4746157" y="3638547"/>
                    <a:pt x="4732187" y="3763007"/>
                  </a:cubicBezTo>
                  <a:cubicBezTo>
                    <a:pt x="4722027" y="3849367"/>
                    <a:pt x="4719487" y="3935727"/>
                    <a:pt x="4708057" y="4020817"/>
                  </a:cubicBezTo>
                  <a:cubicBezTo>
                    <a:pt x="4697897" y="4098287"/>
                    <a:pt x="4659797" y="4166867"/>
                    <a:pt x="4608997" y="4224017"/>
                  </a:cubicBezTo>
                  <a:cubicBezTo>
                    <a:pt x="4567088" y="4272277"/>
                    <a:pt x="4534067" y="4326887"/>
                    <a:pt x="4490888" y="4373877"/>
                  </a:cubicBezTo>
                  <a:cubicBezTo>
                    <a:pt x="4452788" y="4415786"/>
                    <a:pt x="4410878" y="4457697"/>
                    <a:pt x="4344838" y="4458967"/>
                  </a:cubicBezTo>
                  <a:cubicBezTo>
                    <a:pt x="4329597" y="4458967"/>
                    <a:pt x="4315628" y="4474207"/>
                    <a:pt x="4300388" y="4481827"/>
                  </a:cubicBezTo>
                  <a:cubicBezTo>
                    <a:pt x="4235617" y="4509767"/>
                    <a:pt x="4168308" y="4533897"/>
                    <a:pt x="4104808" y="4564377"/>
                  </a:cubicBezTo>
                  <a:cubicBezTo>
                    <a:pt x="3987967" y="4620257"/>
                    <a:pt x="3862238" y="4629147"/>
                    <a:pt x="3736508" y="4634227"/>
                  </a:cubicBezTo>
                  <a:cubicBezTo>
                    <a:pt x="3688248" y="4636767"/>
                    <a:pt x="3638717" y="4632957"/>
                    <a:pt x="3590458" y="4636767"/>
                  </a:cubicBezTo>
                  <a:cubicBezTo>
                    <a:pt x="3566328" y="4638037"/>
                    <a:pt x="3543467" y="4649467"/>
                    <a:pt x="3520608" y="4654547"/>
                  </a:cubicBezTo>
                  <a:cubicBezTo>
                    <a:pt x="3510448" y="4657087"/>
                    <a:pt x="3500288" y="4655817"/>
                    <a:pt x="3488858" y="4657087"/>
                  </a:cubicBezTo>
                  <a:cubicBezTo>
                    <a:pt x="3473617" y="4658357"/>
                    <a:pt x="3458378" y="4662167"/>
                    <a:pt x="3443138" y="4660897"/>
                  </a:cubicBezTo>
                  <a:cubicBezTo>
                    <a:pt x="3427897" y="4658357"/>
                    <a:pt x="3417738" y="4653277"/>
                    <a:pt x="3415197" y="4653277"/>
                  </a:cubicBezTo>
                  <a:close/>
                </a:path>
              </a:pathLst>
            </a:custGeom>
            <a:blipFill>
              <a:blip r:embed="rId12"/>
              <a:stretch>
                <a:fillRect l="0" t="-379" r="0" b="-379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2741682" y="2414537"/>
            <a:ext cx="1786092" cy="609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875"/>
              </a:lnSpc>
            </a:pP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1340249" y="6405694"/>
            <a:ext cx="4588959" cy="1069227"/>
          </a:xfrm>
          <a:custGeom>
            <a:avLst/>
            <a:gdLst/>
            <a:ahLst/>
            <a:cxnLst/>
            <a:rect r="r" b="b" t="t" l="l"/>
            <a:pathLst>
              <a:path h="1069227" w="4588959">
                <a:moveTo>
                  <a:pt x="0" y="0"/>
                </a:moveTo>
                <a:lnTo>
                  <a:pt x="4588959" y="0"/>
                </a:lnTo>
                <a:lnTo>
                  <a:pt x="4588959" y="1069228"/>
                </a:lnTo>
                <a:lnTo>
                  <a:pt x="0" y="1069228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2261898" y="6549775"/>
            <a:ext cx="3134609" cy="933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43"/>
              </a:lnSpc>
            </a:pPr>
            <a:r>
              <a:rPr lang="en-US" b="true" sz="3119">
                <a:solidFill>
                  <a:srgbClr val="323232"/>
                </a:solidFill>
                <a:latin typeface="Dynapuff Bold"/>
                <a:ea typeface="Dynapuff Bold"/>
                <a:cs typeface="Dynapuff Bold"/>
                <a:sym typeface="Dynapuff Bold"/>
              </a:rPr>
              <a:t>Imágenes y tablas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7270928" y="6493098"/>
            <a:ext cx="4213836" cy="981824"/>
          </a:xfrm>
          <a:custGeom>
            <a:avLst/>
            <a:gdLst/>
            <a:ahLst/>
            <a:cxnLst/>
            <a:rect r="r" b="b" t="t" l="l"/>
            <a:pathLst>
              <a:path h="981824" w="4213836">
                <a:moveTo>
                  <a:pt x="0" y="0"/>
                </a:moveTo>
                <a:lnTo>
                  <a:pt x="4213836" y="0"/>
                </a:lnTo>
                <a:lnTo>
                  <a:pt x="4213836" y="981824"/>
                </a:lnTo>
                <a:lnTo>
                  <a:pt x="0" y="981824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7748114" y="6589426"/>
            <a:ext cx="3134609" cy="933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43"/>
              </a:lnSpc>
            </a:pPr>
            <a:r>
              <a:rPr lang="en-US" b="true" sz="3119">
                <a:solidFill>
                  <a:srgbClr val="323232"/>
                </a:solidFill>
                <a:latin typeface="Dynapuff Bold"/>
                <a:ea typeface="Dynapuff Bold"/>
                <a:cs typeface="Dynapuff Bold"/>
                <a:sym typeface="Dynapuff Bold"/>
              </a:rPr>
              <a:t>Estilos y formatos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13441100" y="6519656"/>
            <a:ext cx="4278074" cy="996791"/>
          </a:xfrm>
          <a:custGeom>
            <a:avLst/>
            <a:gdLst/>
            <a:ahLst/>
            <a:cxnLst/>
            <a:rect r="r" b="b" t="t" l="l"/>
            <a:pathLst>
              <a:path h="996791" w="4278074">
                <a:moveTo>
                  <a:pt x="0" y="0"/>
                </a:moveTo>
                <a:lnTo>
                  <a:pt x="4278074" y="0"/>
                </a:lnTo>
                <a:lnTo>
                  <a:pt x="4278074" y="996791"/>
                </a:lnTo>
                <a:lnTo>
                  <a:pt x="0" y="996791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4067541" y="6549775"/>
            <a:ext cx="3134609" cy="933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43"/>
              </a:lnSpc>
            </a:pPr>
            <a:r>
              <a:rPr lang="en-US" b="true" sz="3119">
                <a:solidFill>
                  <a:srgbClr val="323232"/>
                </a:solidFill>
                <a:latin typeface="Dynapuff Bold"/>
                <a:ea typeface="Dynapuff Bold"/>
                <a:cs typeface="Dynapuff Bold"/>
                <a:sym typeface="Dynapuff Bold"/>
              </a:rPr>
              <a:t>Guardar y compartir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594465" y="7778880"/>
            <a:ext cx="4926860" cy="16535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411"/>
              </a:lnSpc>
            </a:pPr>
            <a:r>
              <a:rPr lang="en-US" sz="3151">
                <a:solidFill>
                  <a:srgbClr val="323232"/>
                </a:solidFill>
                <a:latin typeface="Questrial"/>
                <a:ea typeface="Questrial"/>
                <a:cs typeface="Questrial"/>
                <a:sym typeface="Questrial"/>
              </a:rPr>
              <a:t>Inserta imágenes, tablas y gráficos en tus documentos fácilmente.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7760067" y="7778880"/>
            <a:ext cx="4353927" cy="1655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411"/>
              </a:lnSpc>
              <a:spcBef>
                <a:spcPct val="0"/>
              </a:spcBef>
            </a:pPr>
            <a:r>
              <a:rPr lang="en-US" sz="3151" strike="noStrike" u="none">
                <a:solidFill>
                  <a:srgbClr val="323232"/>
                </a:solidFill>
                <a:latin typeface="Questrial"/>
                <a:ea typeface="Questrial"/>
                <a:cs typeface="Questrial"/>
                <a:sym typeface="Questrial"/>
              </a:rPr>
              <a:t>Aplica estilos, fuentes y formatos para mejorar tus textos.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168116" y="7779279"/>
            <a:ext cx="4933459" cy="16548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411"/>
              </a:lnSpc>
              <a:spcBef>
                <a:spcPct val="0"/>
              </a:spcBef>
            </a:pPr>
            <a:r>
              <a:rPr lang="en-US" sz="3151" strike="noStrike" u="none">
                <a:solidFill>
                  <a:srgbClr val="323232"/>
                </a:solidFill>
                <a:latin typeface="Questrial"/>
                <a:ea typeface="Questrial"/>
                <a:cs typeface="Questrial"/>
                <a:sym typeface="Questrial"/>
              </a:rPr>
              <a:t>Guarda y comparte tus documentos desde cualquier dispositivo.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-575533">
            <a:off x="13433649" y="795722"/>
            <a:ext cx="4292975" cy="2598653"/>
          </a:xfrm>
          <a:custGeom>
            <a:avLst/>
            <a:gdLst/>
            <a:ahLst/>
            <a:cxnLst/>
            <a:rect r="r" b="b" t="t" l="l"/>
            <a:pathLst>
              <a:path h="2598653" w="4292975">
                <a:moveTo>
                  <a:pt x="0" y="0"/>
                </a:moveTo>
                <a:lnTo>
                  <a:pt x="4292976" y="0"/>
                </a:lnTo>
                <a:lnTo>
                  <a:pt x="4292976" y="2598653"/>
                </a:lnTo>
                <a:lnTo>
                  <a:pt x="0" y="2598653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-1129917">
            <a:off x="12133281" y="2632123"/>
            <a:ext cx="700142" cy="677783"/>
          </a:xfrm>
          <a:custGeom>
            <a:avLst/>
            <a:gdLst/>
            <a:ahLst/>
            <a:cxnLst/>
            <a:rect r="r" b="b" t="t" l="l"/>
            <a:pathLst>
              <a:path h="677783" w="700142">
                <a:moveTo>
                  <a:pt x="0" y="0"/>
                </a:moveTo>
                <a:lnTo>
                  <a:pt x="700143" y="0"/>
                </a:lnTo>
                <a:lnTo>
                  <a:pt x="700143" y="677782"/>
                </a:lnTo>
                <a:lnTo>
                  <a:pt x="0" y="67778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2960650">
            <a:off x="6465406" y="8608899"/>
            <a:ext cx="700142" cy="677783"/>
          </a:xfrm>
          <a:custGeom>
            <a:avLst/>
            <a:gdLst/>
            <a:ahLst/>
            <a:cxnLst/>
            <a:rect r="r" b="b" t="t" l="l"/>
            <a:pathLst>
              <a:path h="677783" w="700142">
                <a:moveTo>
                  <a:pt x="0" y="0"/>
                </a:moveTo>
                <a:lnTo>
                  <a:pt x="700143" y="0"/>
                </a:lnTo>
                <a:lnTo>
                  <a:pt x="700143" y="677783"/>
                </a:lnTo>
                <a:lnTo>
                  <a:pt x="0" y="677783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-1129917">
            <a:off x="16428892" y="6055980"/>
            <a:ext cx="518643" cy="502079"/>
          </a:xfrm>
          <a:custGeom>
            <a:avLst/>
            <a:gdLst/>
            <a:ahLst/>
            <a:cxnLst/>
            <a:rect r="r" b="b" t="t" l="l"/>
            <a:pathLst>
              <a:path h="502079" w="518643">
                <a:moveTo>
                  <a:pt x="0" y="0"/>
                </a:moveTo>
                <a:lnTo>
                  <a:pt x="518642" y="0"/>
                </a:lnTo>
                <a:lnTo>
                  <a:pt x="518642" y="502080"/>
                </a:lnTo>
                <a:lnTo>
                  <a:pt x="0" y="502080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8B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1343" y="724293"/>
            <a:ext cx="11645985" cy="8838414"/>
          </a:xfrm>
          <a:custGeom>
            <a:avLst/>
            <a:gdLst/>
            <a:ahLst/>
            <a:cxnLst/>
            <a:rect r="r" b="b" t="t" l="l"/>
            <a:pathLst>
              <a:path h="8838414" w="11645985">
                <a:moveTo>
                  <a:pt x="0" y="0"/>
                </a:moveTo>
                <a:lnTo>
                  <a:pt x="11645985" y="0"/>
                </a:lnTo>
                <a:lnTo>
                  <a:pt x="11645985" y="8838414"/>
                </a:lnTo>
                <a:lnTo>
                  <a:pt x="0" y="883841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4472" r="0" b="-3745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198309" y="724293"/>
            <a:ext cx="8748348" cy="8838414"/>
          </a:xfrm>
          <a:custGeom>
            <a:avLst/>
            <a:gdLst/>
            <a:ahLst/>
            <a:cxnLst/>
            <a:rect r="r" b="b" t="t" l="l"/>
            <a:pathLst>
              <a:path h="8838414" w="8748348">
                <a:moveTo>
                  <a:pt x="0" y="0"/>
                </a:moveTo>
                <a:lnTo>
                  <a:pt x="8748348" y="0"/>
                </a:lnTo>
                <a:lnTo>
                  <a:pt x="8748348" y="8838414"/>
                </a:lnTo>
                <a:lnTo>
                  <a:pt x="0" y="883841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33624" t="-14527" r="0" b="-37976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1129917">
            <a:off x="10836832" y="8132525"/>
            <a:ext cx="518643" cy="502079"/>
          </a:xfrm>
          <a:custGeom>
            <a:avLst/>
            <a:gdLst/>
            <a:ahLst/>
            <a:cxnLst/>
            <a:rect r="r" b="b" t="t" l="l"/>
            <a:pathLst>
              <a:path h="502079" w="518643">
                <a:moveTo>
                  <a:pt x="0" y="0"/>
                </a:moveTo>
                <a:lnTo>
                  <a:pt x="518643" y="0"/>
                </a:lnTo>
                <a:lnTo>
                  <a:pt x="518643" y="502079"/>
                </a:lnTo>
                <a:lnTo>
                  <a:pt x="0" y="50207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129917">
            <a:off x="15761484" y="3913718"/>
            <a:ext cx="518643" cy="502079"/>
          </a:xfrm>
          <a:custGeom>
            <a:avLst/>
            <a:gdLst/>
            <a:ahLst/>
            <a:cxnLst/>
            <a:rect r="r" b="b" t="t" l="l"/>
            <a:pathLst>
              <a:path h="502079" w="518643">
                <a:moveTo>
                  <a:pt x="0" y="0"/>
                </a:moveTo>
                <a:lnTo>
                  <a:pt x="518643" y="0"/>
                </a:lnTo>
                <a:lnTo>
                  <a:pt x="518643" y="502079"/>
                </a:lnTo>
                <a:lnTo>
                  <a:pt x="0" y="5020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2960650">
            <a:off x="4843032" y="8453834"/>
            <a:ext cx="518643" cy="502079"/>
          </a:xfrm>
          <a:custGeom>
            <a:avLst/>
            <a:gdLst/>
            <a:ahLst/>
            <a:cxnLst/>
            <a:rect r="r" b="b" t="t" l="l"/>
            <a:pathLst>
              <a:path h="502079" w="518643">
                <a:moveTo>
                  <a:pt x="0" y="0"/>
                </a:moveTo>
                <a:lnTo>
                  <a:pt x="518642" y="0"/>
                </a:lnTo>
                <a:lnTo>
                  <a:pt x="518642" y="502079"/>
                </a:lnTo>
                <a:lnTo>
                  <a:pt x="0" y="50207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2960650">
            <a:off x="11673698" y="1514662"/>
            <a:ext cx="518643" cy="502079"/>
          </a:xfrm>
          <a:custGeom>
            <a:avLst/>
            <a:gdLst/>
            <a:ahLst/>
            <a:cxnLst/>
            <a:rect r="r" b="b" t="t" l="l"/>
            <a:pathLst>
              <a:path h="502079" w="518643">
                <a:moveTo>
                  <a:pt x="0" y="0"/>
                </a:moveTo>
                <a:lnTo>
                  <a:pt x="518642" y="0"/>
                </a:lnTo>
                <a:lnTo>
                  <a:pt x="518642" y="502079"/>
                </a:lnTo>
                <a:lnTo>
                  <a:pt x="0" y="50207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2960650">
            <a:off x="1106121" y="5809564"/>
            <a:ext cx="877895" cy="849858"/>
          </a:xfrm>
          <a:custGeom>
            <a:avLst/>
            <a:gdLst/>
            <a:ahLst/>
            <a:cxnLst/>
            <a:rect r="r" b="b" t="t" l="l"/>
            <a:pathLst>
              <a:path h="849858" w="877895">
                <a:moveTo>
                  <a:pt x="0" y="0"/>
                </a:moveTo>
                <a:lnTo>
                  <a:pt x="877895" y="0"/>
                </a:lnTo>
                <a:lnTo>
                  <a:pt x="877895" y="849858"/>
                </a:lnTo>
                <a:lnTo>
                  <a:pt x="0" y="84985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3527819" y="1129445"/>
            <a:ext cx="7106377" cy="1655786"/>
          </a:xfrm>
          <a:custGeom>
            <a:avLst/>
            <a:gdLst/>
            <a:ahLst/>
            <a:cxnLst/>
            <a:rect r="r" b="b" t="t" l="l"/>
            <a:pathLst>
              <a:path h="1655786" w="7106377">
                <a:moveTo>
                  <a:pt x="0" y="0"/>
                </a:moveTo>
                <a:lnTo>
                  <a:pt x="7106377" y="0"/>
                </a:lnTo>
                <a:lnTo>
                  <a:pt x="7106377" y="1655785"/>
                </a:lnTo>
                <a:lnTo>
                  <a:pt x="0" y="1655785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alphaModFix amt="80000"/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3714295" y="1183013"/>
            <a:ext cx="6676275" cy="163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479"/>
              </a:lnSpc>
            </a:pPr>
            <a:r>
              <a:rPr lang="en-US" b="true" sz="5399">
                <a:solidFill>
                  <a:srgbClr val="323232"/>
                </a:solidFill>
                <a:latin typeface="Dynapuff Bold"/>
                <a:ea typeface="Dynapuff Bold"/>
                <a:cs typeface="Dynapuff Bold"/>
                <a:sym typeface="Dynapuff Bold"/>
              </a:rPr>
              <a:t>¿Cómo abrir Microsoft Word?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1649175" y="1147181"/>
            <a:ext cx="1674519" cy="1684022"/>
          </a:xfrm>
          <a:custGeom>
            <a:avLst/>
            <a:gdLst/>
            <a:ahLst/>
            <a:cxnLst/>
            <a:rect r="r" b="b" t="t" l="l"/>
            <a:pathLst>
              <a:path h="1684022" w="1674519">
                <a:moveTo>
                  <a:pt x="0" y="0"/>
                </a:moveTo>
                <a:lnTo>
                  <a:pt x="1674519" y="0"/>
                </a:lnTo>
                <a:lnTo>
                  <a:pt x="1674519" y="1684022"/>
                </a:lnTo>
                <a:lnTo>
                  <a:pt x="0" y="1684022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9890618">
            <a:off x="12039154" y="2284224"/>
            <a:ext cx="5455071" cy="5441883"/>
          </a:xfrm>
          <a:custGeom>
            <a:avLst/>
            <a:gdLst/>
            <a:ahLst/>
            <a:cxnLst/>
            <a:rect r="r" b="b" t="t" l="l"/>
            <a:pathLst>
              <a:path h="5441883" w="5455071">
                <a:moveTo>
                  <a:pt x="0" y="0"/>
                </a:moveTo>
                <a:lnTo>
                  <a:pt x="5455070" y="0"/>
                </a:lnTo>
                <a:lnTo>
                  <a:pt x="5455070" y="5441883"/>
                </a:lnTo>
                <a:lnTo>
                  <a:pt x="0" y="5441883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>
            <a:grpSpLocks noChangeAspect="true"/>
          </p:cNvGrpSpPr>
          <p:nvPr/>
        </p:nvGrpSpPr>
        <p:grpSpPr>
          <a:xfrm rot="0">
            <a:off x="11933019" y="2864782"/>
            <a:ext cx="5121679" cy="5246370"/>
            <a:chOff x="0" y="0"/>
            <a:chExt cx="2086610" cy="213741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2540" y="-305"/>
              <a:ext cx="2087880" cy="2136012"/>
            </a:xfrm>
            <a:custGeom>
              <a:avLst/>
              <a:gdLst/>
              <a:ahLst/>
              <a:cxnLst/>
              <a:rect r="r" b="b" t="t" l="l"/>
              <a:pathLst>
                <a:path h="2136012" w="2087880">
                  <a:moveTo>
                    <a:pt x="1979930" y="484175"/>
                  </a:moveTo>
                  <a:cubicBezTo>
                    <a:pt x="1964690" y="452425"/>
                    <a:pt x="1948180" y="420675"/>
                    <a:pt x="1929130" y="391465"/>
                  </a:cubicBezTo>
                  <a:cubicBezTo>
                    <a:pt x="1908810" y="360985"/>
                    <a:pt x="1888490" y="327965"/>
                    <a:pt x="1861820" y="302565"/>
                  </a:cubicBezTo>
                  <a:cubicBezTo>
                    <a:pt x="1836420" y="278435"/>
                    <a:pt x="1808480" y="255575"/>
                    <a:pt x="1780540" y="233985"/>
                  </a:cubicBezTo>
                  <a:cubicBezTo>
                    <a:pt x="1725930" y="190805"/>
                    <a:pt x="1666240" y="152705"/>
                    <a:pt x="1606550" y="117145"/>
                  </a:cubicBezTo>
                  <a:cubicBezTo>
                    <a:pt x="1537970" y="75235"/>
                    <a:pt x="1461770" y="53645"/>
                    <a:pt x="1384300" y="32055"/>
                  </a:cubicBezTo>
                  <a:cubicBezTo>
                    <a:pt x="1337310" y="19355"/>
                    <a:pt x="1289050" y="9195"/>
                    <a:pt x="1239520" y="2845"/>
                  </a:cubicBezTo>
                  <a:cubicBezTo>
                    <a:pt x="1203960" y="-2235"/>
                    <a:pt x="1165860" y="305"/>
                    <a:pt x="1129030" y="4115"/>
                  </a:cubicBezTo>
                  <a:cubicBezTo>
                    <a:pt x="1079500" y="7925"/>
                    <a:pt x="1029970" y="11735"/>
                    <a:pt x="980440" y="20625"/>
                  </a:cubicBezTo>
                  <a:cubicBezTo>
                    <a:pt x="943610" y="21895"/>
                    <a:pt x="908050" y="23165"/>
                    <a:pt x="869950" y="26975"/>
                  </a:cubicBezTo>
                  <a:cubicBezTo>
                    <a:pt x="850900" y="28245"/>
                    <a:pt x="831850" y="30785"/>
                    <a:pt x="812800" y="33325"/>
                  </a:cubicBezTo>
                  <a:cubicBezTo>
                    <a:pt x="800100" y="35865"/>
                    <a:pt x="788670" y="38405"/>
                    <a:pt x="777240" y="40945"/>
                  </a:cubicBezTo>
                  <a:cubicBezTo>
                    <a:pt x="730250" y="52375"/>
                    <a:pt x="685800" y="72695"/>
                    <a:pt x="645160" y="94285"/>
                  </a:cubicBezTo>
                  <a:cubicBezTo>
                    <a:pt x="562610" y="137465"/>
                    <a:pt x="483870" y="188265"/>
                    <a:pt x="411480" y="245415"/>
                  </a:cubicBezTo>
                  <a:cubicBezTo>
                    <a:pt x="381000" y="269545"/>
                    <a:pt x="351790" y="294945"/>
                    <a:pt x="322580" y="321615"/>
                  </a:cubicBezTo>
                  <a:cubicBezTo>
                    <a:pt x="270510" y="369875"/>
                    <a:pt x="227330" y="427025"/>
                    <a:pt x="187960" y="485445"/>
                  </a:cubicBezTo>
                  <a:cubicBezTo>
                    <a:pt x="158750" y="527355"/>
                    <a:pt x="134620" y="575615"/>
                    <a:pt x="114300" y="621335"/>
                  </a:cubicBezTo>
                  <a:cubicBezTo>
                    <a:pt x="99060" y="655625"/>
                    <a:pt x="82550" y="689915"/>
                    <a:pt x="72390" y="726745"/>
                  </a:cubicBezTo>
                  <a:cubicBezTo>
                    <a:pt x="44450" y="816915"/>
                    <a:pt x="22860" y="908355"/>
                    <a:pt x="8890" y="1001065"/>
                  </a:cubicBezTo>
                  <a:cubicBezTo>
                    <a:pt x="3810" y="1037895"/>
                    <a:pt x="1270" y="1074725"/>
                    <a:pt x="0" y="1112825"/>
                  </a:cubicBezTo>
                  <a:lnTo>
                    <a:pt x="0" y="1163625"/>
                  </a:lnTo>
                  <a:cubicBezTo>
                    <a:pt x="1270" y="1195375"/>
                    <a:pt x="2540" y="1234745"/>
                    <a:pt x="8890" y="1266495"/>
                  </a:cubicBezTo>
                  <a:cubicBezTo>
                    <a:pt x="15240" y="1303325"/>
                    <a:pt x="21590" y="1341425"/>
                    <a:pt x="31750" y="1376985"/>
                  </a:cubicBezTo>
                  <a:cubicBezTo>
                    <a:pt x="54610" y="1450645"/>
                    <a:pt x="78740" y="1525575"/>
                    <a:pt x="118110" y="1592885"/>
                  </a:cubicBezTo>
                  <a:cubicBezTo>
                    <a:pt x="138430" y="1627175"/>
                    <a:pt x="160020" y="1661465"/>
                    <a:pt x="182880" y="1693215"/>
                  </a:cubicBezTo>
                  <a:cubicBezTo>
                    <a:pt x="212090" y="1736395"/>
                    <a:pt x="241300" y="1778305"/>
                    <a:pt x="278130" y="1815135"/>
                  </a:cubicBezTo>
                  <a:cubicBezTo>
                    <a:pt x="322580" y="1860855"/>
                    <a:pt x="374650" y="1901495"/>
                    <a:pt x="427990" y="1937055"/>
                  </a:cubicBezTo>
                  <a:cubicBezTo>
                    <a:pt x="539750" y="2010715"/>
                    <a:pt x="673100" y="2052625"/>
                    <a:pt x="801370" y="2088185"/>
                  </a:cubicBezTo>
                  <a:cubicBezTo>
                    <a:pt x="831850" y="2097075"/>
                    <a:pt x="863600" y="2104695"/>
                    <a:pt x="895350" y="2111045"/>
                  </a:cubicBezTo>
                  <a:cubicBezTo>
                    <a:pt x="944880" y="2121205"/>
                    <a:pt x="994410" y="2132635"/>
                    <a:pt x="1043940" y="2135175"/>
                  </a:cubicBezTo>
                  <a:cubicBezTo>
                    <a:pt x="1083310" y="2137715"/>
                    <a:pt x="1123950" y="2133905"/>
                    <a:pt x="1163320" y="2131365"/>
                  </a:cubicBezTo>
                  <a:cubicBezTo>
                    <a:pt x="1216660" y="2127555"/>
                    <a:pt x="1270000" y="2122475"/>
                    <a:pt x="1323340" y="2111045"/>
                  </a:cubicBezTo>
                  <a:cubicBezTo>
                    <a:pt x="1375410" y="2099615"/>
                    <a:pt x="1424940" y="2081835"/>
                    <a:pt x="1473200" y="2060245"/>
                  </a:cubicBezTo>
                  <a:cubicBezTo>
                    <a:pt x="1549400" y="2027225"/>
                    <a:pt x="1623060" y="1981505"/>
                    <a:pt x="1678940" y="1919275"/>
                  </a:cubicBezTo>
                  <a:cubicBezTo>
                    <a:pt x="1739900" y="1850695"/>
                    <a:pt x="1798320" y="1780845"/>
                    <a:pt x="1847850" y="1703375"/>
                  </a:cubicBezTo>
                  <a:cubicBezTo>
                    <a:pt x="1896110" y="1628445"/>
                    <a:pt x="1936750" y="1548435"/>
                    <a:pt x="1976120" y="1467155"/>
                  </a:cubicBezTo>
                  <a:cubicBezTo>
                    <a:pt x="2007870" y="1401115"/>
                    <a:pt x="2039620" y="1332535"/>
                    <a:pt x="2056130" y="1260145"/>
                  </a:cubicBezTo>
                  <a:cubicBezTo>
                    <a:pt x="2067560" y="1210615"/>
                    <a:pt x="2077720" y="1159815"/>
                    <a:pt x="2082800" y="1110285"/>
                  </a:cubicBezTo>
                  <a:cubicBezTo>
                    <a:pt x="2086610" y="1072185"/>
                    <a:pt x="2087880" y="1035355"/>
                    <a:pt x="2087880" y="998525"/>
                  </a:cubicBezTo>
                  <a:cubicBezTo>
                    <a:pt x="2087880" y="908355"/>
                    <a:pt x="2082800" y="818185"/>
                    <a:pt x="2067560" y="729285"/>
                  </a:cubicBezTo>
                  <a:cubicBezTo>
                    <a:pt x="2061210" y="693725"/>
                    <a:pt x="2052320" y="659435"/>
                    <a:pt x="2039620" y="626415"/>
                  </a:cubicBezTo>
                  <a:cubicBezTo>
                    <a:pt x="2019300" y="579425"/>
                    <a:pt x="2002790" y="531165"/>
                    <a:pt x="1979930" y="484175"/>
                  </a:cubicBezTo>
                  <a:close/>
                </a:path>
              </a:pathLst>
            </a:custGeom>
            <a:blipFill>
              <a:blip r:embed="rId20"/>
              <a:stretch>
                <a:fillRect l="-321" t="0" r="-321" b="0"/>
              </a:stretch>
            </a:blipFill>
          </p:spPr>
        </p:sp>
      </p:grpSp>
      <p:sp>
        <p:nvSpPr>
          <p:cNvPr name="Freeform 15" id="15"/>
          <p:cNvSpPr/>
          <p:nvPr/>
        </p:nvSpPr>
        <p:spPr>
          <a:xfrm flipH="false" flipV="false" rot="-6909068">
            <a:off x="14741588" y="5518703"/>
            <a:ext cx="2227073" cy="2651278"/>
          </a:xfrm>
          <a:custGeom>
            <a:avLst/>
            <a:gdLst/>
            <a:ahLst/>
            <a:cxnLst/>
            <a:rect r="r" b="b" t="t" l="l"/>
            <a:pathLst>
              <a:path h="2651278" w="2227073">
                <a:moveTo>
                  <a:pt x="0" y="0"/>
                </a:moveTo>
                <a:lnTo>
                  <a:pt x="2227074" y="0"/>
                </a:lnTo>
                <a:lnTo>
                  <a:pt x="2227074" y="2651278"/>
                </a:lnTo>
                <a:lnTo>
                  <a:pt x="0" y="2651278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998732" y="1957337"/>
            <a:ext cx="1786092" cy="8486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764"/>
              </a:lnSpc>
            </a:pPr>
          </a:p>
        </p:txBody>
      </p:sp>
      <p:sp>
        <p:nvSpPr>
          <p:cNvPr name="TextBox 17" id="17"/>
          <p:cNvSpPr txBox="true"/>
          <p:nvPr/>
        </p:nvSpPr>
        <p:spPr>
          <a:xfrm rot="0">
            <a:off x="2076308" y="3070274"/>
            <a:ext cx="10009399" cy="59948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918742" indent="-459371" lvl="1">
              <a:lnSpc>
                <a:spcPts val="5957"/>
              </a:lnSpc>
              <a:buAutoNum type="arabicPeriod" startAt="1"/>
            </a:pPr>
            <a:r>
              <a:rPr lang="en-US" sz="4255">
                <a:solidFill>
                  <a:srgbClr val="323232"/>
                </a:solidFill>
                <a:latin typeface="Questrial"/>
                <a:ea typeface="Questrial"/>
                <a:cs typeface="Questrial"/>
                <a:sym typeface="Questrial"/>
              </a:rPr>
              <a:t>Busca el ícono de Word en el menú de inicio o en el escritorio.</a:t>
            </a:r>
          </a:p>
          <a:p>
            <a:pPr algn="l" marL="918742" indent="-459371" lvl="1">
              <a:lnSpc>
                <a:spcPts val="5957"/>
              </a:lnSpc>
              <a:buAutoNum type="arabicPeriod" startAt="1"/>
            </a:pPr>
            <a:r>
              <a:rPr lang="en-US" sz="4255">
                <a:solidFill>
                  <a:srgbClr val="323232"/>
                </a:solidFill>
                <a:latin typeface="Questrial"/>
                <a:ea typeface="Questrial"/>
                <a:cs typeface="Questrial"/>
                <a:sym typeface="Questrial"/>
              </a:rPr>
              <a:t>Haz doble clic sobre el ícono para abrir el programa.</a:t>
            </a:r>
          </a:p>
          <a:p>
            <a:pPr algn="l" marL="918742" indent="-459371" lvl="1">
              <a:lnSpc>
                <a:spcPts val="5957"/>
              </a:lnSpc>
              <a:buAutoNum type="arabicPeriod" startAt="1"/>
            </a:pPr>
            <a:r>
              <a:rPr lang="en-US" sz="4255">
                <a:solidFill>
                  <a:srgbClr val="323232"/>
                </a:solidFill>
                <a:latin typeface="Questrial"/>
                <a:ea typeface="Questrial"/>
                <a:cs typeface="Questrial"/>
                <a:sym typeface="Questrial"/>
              </a:rPr>
              <a:t>También puedes usar el buscador del sistema y escribir "Word".</a:t>
            </a:r>
          </a:p>
          <a:p>
            <a:pPr algn="l" marL="918742" indent="-459371" lvl="1">
              <a:lnSpc>
                <a:spcPts val="5957"/>
              </a:lnSpc>
              <a:buAutoNum type="arabicPeriod" startAt="1"/>
            </a:pPr>
            <a:r>
              <a:rPr lang="en-US" sz="4255">
                <a:solidFill>
                  <a:srgbClr val="323232"/>
                </a:solidFill>
                <a:latin typeface="Questrial"/>
                <a:ea typeface="Questrial"/>
                <a:cs typeface="Questrial"/>
                <a:sym typeface="Questrial"/>
              </a:rPr>
              <a:t>¡Listo! El programa se abrirá en segundos.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-1129917">
            <a:off x="16087958" y="2120136"/>
            <a:ext cx="518643" cy="502079"/>
          </a:xfrm>
          <a:custGeom>
            <a:avLst/>
            <a:gdLst/>
            <a:ahLst/>
            <a:cxnLst/>
            <a:rect r="r" b="b" t="t" l="l"/>
            <a:pathLst>
              <a:path h="502079" w="518643">
                <a:moveTo>
                  <a:pt x="0" y="0"/>
                </a:moveTo>
                <a:lnTo>
                  <a:pt x="518643" y="0"/>
                </a:lnTo>
                <a:lnTo>
                  <a:pt x="518643" y="502079"/>
                </a:lnTo>
                <a:lnTo>
                  <a:pt x="0" y="5020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8B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35665" y="1142720"/>
            <a:ext cx="10567228" cy="8019720"/>
          </a:xfrm>
          <a:custGeom>
            <a:avLst/>
            <a:gdLst/>
            <a:ahLst/>
            <a:cxnLst/>
            <a:rect r="r" b="b" t="t" l="l"/>
            <a:pathLst>
              <a:path h="8019720" w="10567228">
                <a:moveTo>
                  <a:pt x="0" y="0"/>
                </a:moveTo>
                <a:lnTo>
                  <a:pt x="10567228" y="0"/>
                </a:lnTo>
                <a:lnTo>
                  <a:pt x="10567228" y="8019721"/>
                </a:lnTo>
                <a:lnTo>
                  <a:pt x="0" y="80197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4472" r="0" b="-3745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114339" y="1124559"/>
            <a:ext cx="7937996" cy="8019720"/>
          </a:xfrm>
          <a:custGeom>
            <a:avLst/>
            <a:gdLst/>
            <a:ahLst/>
            <a:cxnLst/>
            <a:rect r="r" b="b" t="t" l="l"/>
            <a:pathLst>
              <a:path h="8019720" w="7937996">
                <a:moveTo>
                  <a:pt x="0" y="0"/>
                </a:moveTo>
                <a:lnTo>
                  <a:pt x="7937996" y="0"/>
                </a:lnTo>
                <a:lnTo>
                  <a:pt x="7937996" y="8019721"/>
                </a:lnTo>
                <a:lnTo>
                  <a:pt x="0" y="80197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33624" t="-14527" r="0" b="-37976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3724893" y="2681299"/>
            <a:ext cx="11396518" cy="5242398"/>
          </a:xfrm>
          <a:custGeom>
            <a:avLst/>
            <a:gdLst/>
            <a:ahLst/>
            <a:cxnLst/>
            <a:rect r="r" b="b" t="t" l="l"/>
            <a:pathLst>
              <a:path h="5242398" w="11396518">
                <a:moveTo>
                  <a:pt x="11396518" y="0"/>
                </a:moveTo>
                <a:lnTo>
                  <a:pt x="0" y="0"/>
                </a:lnTo>
                <a:lnTo>
                  <a:pt x="0" y="5242399"/>
                </a:lnTo>
                <a:lnTo>
                  <a:pt x="11396518" y="5242399"/>
                </a:lnTo>
                <a:lnTo>
                  <a:pt x="11396518" y="0"/>
                </a:lnTo>
                <a:close/>
              </a:path>
            </a:pathLst>
          </a:custGeom>
          <a:blipFill>
            <a:blip r:embed="rId4"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129917">
            <a:off x="1884960" y="1257708"/>
            <a:ext cx="3239754" cy="3136289"/>
          </a:xfrm>
          <a:custGeom>
            <a:avLst/>
            <a:gdLst/>
            <a:ahLst/>
            <a:cxnLst/>
            <a:rect r="r" b="b" t="t" l="l"/>
            <a:pathLst>
              <a:path h="3136289" w="3239754">
                <a:moveTo>
                  <a:pt x="0" y="0"/>
                </a:moveTo>
                <a:lnTo>
                  <a:pt x="3239755" y="0"/>
                </a:lnTo>
                <a:lnTo>
                  <a:pt x="3239755" y="3136289"/>
                </a:lnTo>
                <a:lnTo>
                  <a:pt x="0" y="313628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1129917">
            <a:off x="15755920" y="5743868"/>
            <a:ext cx="518643" cy="502079"/>
          </a:xfrm>
          <a:custGeom>
            <a:avLst/>
            <a:gdLst/>
            <a:ahLst/>
            <a:cxnLst/>
            <a:rect r="r" b="b" t="t" l="l"/>
            <a:pathLst>
              <a:path h="502079" w="518643">
                <a:moveTo>
                  <a:pt x="0" y="0"/>
                </a:moveTo>
                <a:lnTo>
                  <a:pt x="518642" y="0"/>
                </a:lnTo>
                <a:lnTo>
                  <a:pt x="518642" y="502079"/>
                </a:lnTo>
                <a:lnTo>
                  <a:pt x="0" y="50207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2960650">
            <a:off x="8941542" y="8224710"/>
            <a:ext cx="518643" cy="502079"/>
          </a:xfrm>
          <a:custGeom>
            <a:avLst/>
            <a:gdLst/>
            <a:ahLst/>
            <a:cxnLst/>
            <a:rect r="r" b="b" t="t" l="l"/>
            <a:pathLst>
              <a:path h="502079" w="518643">
                <a:moveTo>
                  <a:pt x="0" y="0"/>
                </a:moveTo>
                <a:lnTo>
                  <a:pt x="518643" y="0"/>
                </a:lnTo>
                <a:lnTo>
                  <a:pt x="518643" y="502079"/>
                </a:lnTo>
                <a:lnTo>
                  <a:pt x="0" y="50207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2960650">
            <a:off x="11054398" y="1510912"/>
            <a:ext cx="518643" cy="502079"/>
          </a:xfrm>
          <a:custGeom>
            <a:avLst/>
            <a:gdLst/>
            <a:ahLst/>
            <a:cxnLst/>
            <a:rect r="r" b="b" t="t" l="l"/>
            <a:pathLst>
              <a:path h="502079" w="518643">
                <a:moveTo>
                  <a:pt x="0" y="0"/>
                </a:moveTo>
                <a:lnTo>
                  <a:pt x="518642" y="0"/>
                </a:lnTo>
                <a:lnTo>
                  <a:pt x="518642" y="502079"/>
                </a:lnTo>
                <a:lnTo>
                  <a:pt x="0" y="50207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2960650">
            <a:off x="3042763" y="5637051"/>
            <a:ext cx="518643" cy="502079"/>
          </a:xfrm>
          <a:custGeom>
            <a:avLst/>
            <a:gdLst/>
            <a:ahLst/>
            <a:cxnLst/>
            <a:rect r="r" b="b" t="t" l="l"/>
            <a:pathLst>
              <a:path h="502079" w="518643">
                <a:moveTo>
                  <a:pt x="0" y="0"/>
                </a:moveTo>
                <a:lnTo>
                  <a:pt x="518642" y="0"/>
                </a:lnTo>
                <a:lnTo>
                  <a:pt x="518642" y="502079"/>
                </a:lnTo>
                <a:lnTo>
                  <a:pt x="0" y="502079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3599193" y="3635102"/>
            <a:ext cx="11284333" cy="3629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3995"/>
              </a:lnSpc>
            </a:pPr>
            <a:r>
              <a:rPr lang="en-US" b="true" sz="13995">
                <a:solidFill>
                  <a:srgbClr val="323232"/>
                </a:solidFill>
                <a:latin typeface="Dynapuff Bold"/>
                <a:ea typeface="Dynapuff Bold"/>
                <a:cs typeface="Dynapuff Bold"/>
                <a:sym typeface="Dynapuff Bold"/>
              </a:rPr>
              <a:t>¡Comienza</a:t>
            </a:r>
          </a:p>
          <a:p>
            <a:pPr algn="ctr" marL="0" indent="0" lvl="0">
              <a:lnSpc>
                <a:spcPts val="13995"/>
              </a:lnSpc>
            </a:pPr>
            <a:r>
              <a:rPr lang="en-US" b="true" sz="13995">
                <a:solidFill>
                  <a:srgbClr val="323232"/>
                </a:solidFill>
                <a:latin typeface="Dynapuff Bold"/>
                <a:ea typeface="Dynapuff Bold"/>
                <a:cs typeface="Dynapuff Bold"/>
                <a:sym typeface="Dynapuff Bold"/>
              </a:rPr>
              <a:t>hoy!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2013954">
            <a:off x="13564421" y="1877109"/>
            <a:ext cx="2055473" cy="2006889"/>
          </a:xfrm>
          <a:custGeom>
            <a:avLst/>
            <a:gdLst/>
            <a:ahLst/>
            <a:cxnLst/>
            <a:rect r="r" b="b" t="t" l="l"/>
            <a:pathLst>
              <a:path h="2006889" w="2055473">
                <a:moveTo>
                  <a:pt x="0" y="0"/>
                </a:moveTo>
                <a:lnTo>
                  <a:pt x="2055472" y="0"/>
                </a:lnTo>
                <a:lnTo>
                  <a:pt x="2055472" y="2006889"/>
                </a:lnTo>
                <a:lnTo>
                  <a:pt x="0" y="2006889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-1306916">
            <a:off x="3446334" y="6420588"/>
            <a:ext cx="3360611" cy="3006219"/>
          </a:xfrm>
          <a:custGeom>
            <a:avLst/>
            <a:gdLst/>
            <a:ahLst/>
            <a:cxnLst/>
            <a:rect r="r" b="b" t="t" l="l"/>
            <a:pathLst>
              <a:path h="3006219" w="3360611">
                <a:moveTo>
                  <a:pt x="0" y="0"/>
                </a:moveTo>
                <a:lnTo>
                  <a:pt x="3360611" y="0"/>
                </a:lnTo>
                <a:lnTo>
                  <a:pt x="3360611" y="3006219"/>
                </a:lnTo>
                <a:lnTo>
                  <a:pt x="0" y="3006219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2360507" y="6379249"/>
            <a:ext cx="4042862" cy="2447253"/>
          </a:xfrm>
          <a:custGeom>
            <a:avLst/>
            <a:gdLst/>
            <a:ahLst/>
            <a:cxnLst/>
            <a:rect r="r" b="b" t="t" l="l"/>
            <a:pathLst>
              <a:path h="2447253" w="4042862">
                <a:moveTo>
                  <a:pt x="0" y="0"/>
                </a:moveTo>
                <a:lnTo>
                  <a:pt x="4042862" y="0"/>
                </a:lnTo>
                <a:lnTo>
                  <a:pt x="4042862" y="2447253"/>
                </a:lnTo>
                <a:lnTo>
                  <a:pt x="0" y="2447253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DAHWHaLyNa0</dc:identifier>
  <dcterms:modified xsi:type="dcterms:W3CDTF">2011-08-01T06:04:30Z</dcterms:modified>
  <cp:revision>1</cp:revision>
  <dc:title>d</dc:title>
</cp:coreProperties>
</file>