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Questrial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Dynapuff Bold" panose="020B0604020202020204" charset="0"/>
      <p:regular r:id="rId13"/>
    </p:embeddedFont>
    <p:embeddedFont>
      <p:font typeface="Dynapuff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8.svg"/><Relationship Id="rId2" Type="http://schemas.openxmlformats.org/officeDocument/2006/relationships/image" Target="../media/image1.png"/><Relationship Id="rId16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5" Type="http://schemas.openxmlformats.org/officeDocument/2006/relationships/image" Target="../media/image14.svg"/><Relationship Id="rId1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20.svg"/><Relationship Id="rId1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6.svg"/><Relationship Id="rId18" Type="http://schemas.openxmlformats.org/officeDocument/2006/relationships/image" Target="../media/image15.png"/><Relationship Id="rId26" Type="http://schemas.openxmlformats.org/officeDocument/2006/relationships/image" Target="../media/image19.png"/><Relationship Id="rId3" Type="http://schemas.openxmlformats.org/officeDocument/2006/relationships/image" Target="../media/image2.svg"/><Relationship Id="rId21" Type="http://schemas.openxmlformats.org/officeDocument/2006/relationships/image" Target="../media/image29.svg"/><Relationship Id="rId7" Type="http://schemas.openxmlformats.org/officeDocument/2006/relationships/image" Target="../media/image10.svg"/><Relationship Id="rId12" Type="http://schemas.openxmlformats.org/officeDocument/2006/relationships/image" Target="../media/image8.png"/><Relationship Id="rId17" Type="http://schemas.openxmlformats.org/officeDocument/2006/relationships/image" Target="../media/image25.svg"/><Relationship Id="rId25" Type="http://schemas.openxmlformats.org/officeDocument/2006/relationships/image" Target="../media/image33.sv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24" Type="http://schemas.openxmlformats.org/officeDocument/2006/relationships/image" Target="../media/image18.png"/><Relationship Id="rId5" Type="http://schemas.openxmlformats.org/officeDocument/2006/relationships/image" Target="../media/image4.svg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10" Type="http://schemas.openxmlformats.org/officeDocument/2006/relationships/image" Target="../media/image7.png"/><Relationship Id="rId19" Type="http://schemas.openxmlformats.org/officeDocument/2006/relationships/image" Target="../media/image27.svg"/><Relationship Id="rId4" Type="http://schemas.openxmlformats.org/officeDocument/2006/relationships/image" Target="../media/image2.png"/><Relationship Id="rId9" Type="http://schemas.openxmlformats.org/officeDocument/2006/relationships/image" Target="../media/image12.svg"/><Relationship Id="rId14" Type="http://schemas.openxmlformats.org/officeDocument/2006/relationships/image" Target="../media/image13.png"/><Relationship Id="rId22" Type="http://schemas.openxmlformats.org/officeDocument/2006/relationships/image" Target="../media/image17.png"/><Relationship Id="rId27" Type="http://schemas.openxmlformats.org/officeDocument/2006/relationships/image" Target="../media/image3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18" Type="http://schemas.openxmlformats.org/officeDocument/2006/relationships/image" Target="../media/image46.svg"/><Relationship Id="rId26" Type="http://schemas.openxmlformats.org/officeDocument/2006/relationships/image" Target="../media/image10.svg"/><Relationship Id="rId3" Type="http://schemas.openxmlformats.org/officeDocument/2006/relationships/image" Target="../media/image2.svg"/><Relationship Id="rId21" Type="http://schemas.openxmlformats.org/officeDocument/2006/relationships/image" Target="../media/image4.png"/><Relationship Id="rId7" Type="http://schemas.openxmlformats.org/officeDocument/2006/relationships/image" Target="../media/image20.svg"/><Relationship Id="rId12" Type="http://schemas.openxmlformats.org/officeDocument/2006/relationships/image" Target="../media/image23.png"/><Relationship Id="rId17" Type="http://schemas.openxmlformats.org/officeDocument/2006/relationships/image" Target="../media/image26.png"/><Relationship Id="rId25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image" Target="../media/image44.svg"/><Relationship Id="rId20" Type="http://schemas.openxmlformats.org/officeDocument/2006/relationships/image" Target="../media/image4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2.png"/><Relationship Id="rId24" Type="http://schemas.openxmlformats.org/officeDocument/2006/relationships/image" Target="../media/image12.svg"/><Relationship Id="rId5" Type="http://schemas.openxmlformats.org/officeDocument/2006/relationships/image" Target="../media/image16.svg"/><Relationship Id="rId15" Type="http://schemas.openxmlformats.org/officeDocument/2006/relationships/image" Target="../media/image25.png"/><Relationship Id="rId23" Type="http://schemas.openxmlformats.org/officeDocument/2006/relationships/image" Target="../media/image6.png"/><Relationship Id="rId10" Type="http://schemas.openxmlformats.org/officeDocument/2006/relationships/image" Target="../media/image21.png"/><Relationship Id="rId19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37.svg"/><Relationship Id="rId14" Type="http://schemas.openxmlformats.org/officeDocument/2006/relationships/image" Target="../media/image42.svg"/><Relationship Id="rId22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6.svg"/><Relationship Id="rId18" Type="http://schemas.openxmlformats.org/officeDocument/2006/relationships/image" Target="../media/image29.png"/><Relationship Id="rId3" Type="http://schemas.openxmlformats.org/officeDocument/2006/relationships/image" Target="../media/image2.svg"/><Relationship Id="rId21" Type="http://schemas.openxmlformats.org/officeDocument/2006/relationships/image" Target="../media/image31.png"/><Relationship Id="rId7" Type="http://schemas.openxmlformats.org/officeDocument/2006/relationships/image" Target="../media/image10.svg"/><Relationship Id="rId12" Type="http://schemas.openxmlformats.org/officeDocument/2006/relationships/image" Target="../media/image8.png"/><Relationship Id="rId17" Type="http://schemas.openxmlformats.org/officeDocument/2006/relationships/image" Target="../media/image50.sv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20.svg"/><Relationship Id="rId10" Type="http://schemas.openxmlformats.org/officeDocument/2006/relationships/image" Target="../media/image7.png"/><Relationship Id="rId19" Type="http://schemas.openxmlformats.org/officeDocument/2006/relationships/image" Target="../media/image52.svg"/><Relationship Id="rId4" Type="http://schemas.openxmlformats.org/officeDocument/2006/relationships/image" Target="../media/image4.png"/><Relationship Id="rId9" Type="http://schemas.openxmlformats.org/officeDocument/2006/relationships/image" Target="../media/image12.svg"/><Relationship Id="rId14" Type="http://schemas.openxmlformats.org/officeDocument/2006/relationships/image" Target="../media/image11.png"/><Relationship Id="rId22" Type="http://schemas.openxmlformats.org/officeDocument/2006/relationships/image" Target="../media/image5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18" Type="http://schemas.openxmlformats.org/officeDocument/2006/relationships/image" Target="../media/image33.png"/><Relationship Id="rId3" Type="http://schemas.openxmlformats.org/officeDocument/2006/relationships/image" Target="../media/image2.svg"/><Relationship Id="rId21" Type="http://schemas.openxmlformats.org/officeDocument/2006/relationships/image" Target="../media/image48.svg"/><Relationship Id="rId7" Type="http://schemas.openxmlformats.org/officeDocument/2006/relationships/image" Target="../media/image8.svg"/><Relationship Id="rId12" Type="http://schemas.openxmlformats.org/officeDocument/2006/relationships/image" Target="../media/image7.png"/><Relationship Id="rId17" Type="http://schemas.openxmlformats.org/officeDocument/2006/relationships/image" Target="../media/image57.svg"/><Relationship Id="rId2" Type="http://schemas.openxmlformats.org/officeDocument/2006/relationships/image" Target="../media/image1.png"/><Relationship Id="rId16" Type="http://schemas.openxmlformats.org/officeDocument/2006/relationships/image" Target="../media/image32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6.png"/><Relationship Id="rId19" Type="http://schemas.openxmlformats.org/officeDocument/2006/relationships/image" Target="../media/image59.svg"/><Relationship Id="rId4" Type="http://schemas.openxmlformats.org/officeDocument/2006/relationships/image" Target="../media/image2.png"/><Relationship Id="rId9" Type="http://schemas.openxmlformats.org/officeDocument/2006/relationships/image" Target="../media/image10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631" y="956447"/>
            <a:ext cx="11084388" cy="8412206"/>
          </a:xfrm>
          <a:custGeom>
            <a:avLst/>
            <a:gdLst/>
            <a:ahLst/>
            <a:cxnLst/>
            <a:rect l="l" t="t" r="r" b="b"/>
            <a:pathLst>
              <a:path w="11084388" h="8412206">
                <a:moveTo>
                  <a:pt x="0" y="0"/>
                </a:moveTo>
                <a:lnTo>
                  <a:pt x="11084388" y="0"/>
                </a:lnTo>
                <a:lnTo>
                  <a:pt x="11084388" y="8412206"/>
                </a:lnTo>
                <a:lnTo>
                  <a:pt x="0" y="8412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4472" b="-374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2887" y="937397"/>
            <a:ext cx="8326482" cy="8412206"/>
          </a:xfrm>
          <a:custGeom>
            <a:avLst/>
            <a:gdLst/>
            <a:ahLst/>
            <a:cxnLst/>
            <a:rect l="l" t="t" r="r" b="b"/>
            <a:pathLst>
              <a:path w="8326482" h="8412206">
                <a:moveTo>
                  <a:pt x="0" y="0"/>
                </a:moveTo>
                <a:lnTo>
                  <a:pt x="8326482" y="0"/>
                </a:lnTo>
                <a:lnTo>
                  <a:pt x="8326482" y="8412206"/>
                </a:lnTo>
                <a:lnTo>
                  <a:pt x="0" y="8412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3624" t="-14527" b="-37976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2716592" y="1765702"/>
            <a:ext cx="12977740" cy="5969760"/>
          </a:xfrm>
          <a:custGeom>
            <a:avLst/>
            <a:gdLst/>
            <a:ahLst/>
            <a:cxnLst/>
            <a:rect l="l" t="t" r="r" b="b"/>
            <a:pathLst>
              <a:path w="12977740" h="5969760">
                <a:moveTo>
                  <a:pt x="12977740" y="0"/>
                </a:moveTo>
                <a:lnTo>
                  <a:pt x="0" y="0"/>
                </a:lnTo>
                <a:lnTo>
                  <a:pt x="0" y="5969760"/>
                </a:lnTo>
                <a:lnTo>
                  <a:pt x="12977740" y="5969760"/>
                </a:lnTo>
                <a:lnTo>
                  <a:pt x="1297774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046397">
            <a:off x="13065388" y="2207079"/>
            <a:ext cx="2083162" cy="1658954"/>
          </a:xfrm>
          <a:custGeom>
            <a:avLst/>
            <a:gdLst/>
            <a:ahLst/>
            <a:cxnLst/>
            <a:rect l="l" t="t" r="r" b="b"/>
            <a:pathLst>
              <a:path w="2083162" h="1658954">
                <a:moveTo>
                  <a:pt x="0" y="0"/>
                </a:moveTo>
                <a:lnTo>
                  <a:pt x="2083161" y="0"/>
                </a:lnTo>
                <a:lnTo>
                  <a:pt x="2083161" y="1658954"/>
                </a:lnTo>
                <a:lnTo>
                  <a:pt x="0" y="16589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129917">
            <a:off x="3075688" y="1765702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129917">
            <a:off x="15761484" y="3913718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60650">
            <a:off x="6244715" y="8453834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960650">
            <a:off x="11673698" y="1514662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2960650">
            <a:off x="2586513" y="4876641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80"/>
                </a:lnTo>
                <a:lnTo>
                  <a:pt x="0" y="5020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540877" y="2467683"/>
            <a:ext cx="11329170" cy="4027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659"/>
              </a:lnSpc>
            </a:pPr>
            <a:r>
              <a:rPr lang="en-US" sz="26382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WORD</a:t>
            </a:r>
          </a:p>
        </p:txBody>
      </p:sp>
      <p:sp>
        <p:nvSpPr>
          <p:cNvPr id="12" name="Freeform 12"/>
          <p:cNvSpPr/>
          <p:nvPr/>
        </p:nvSpPr>
        <p:spPr>
          <a:xfrm rot="2700000">
            <a:off x="2528167" y="5940191"/>
            <a:ext cx="3267542" cy="2340377"/>
          </a:xfrm>
          <a:custGeom>
            <a:avLst/>
            <a:gdLst/>
            <a:ahLst/>
            <a:cxnLst/>
            <a:rect l="l" t="t" r="r" b="b"/>
            <a:pathLst>
              <a:path w="3267542" h="2340377">
                <a:moveTo>
                  <a:pt x="0" y="0"/>
                </a:moveTo>
                <a:lnTo>
                  <a:pt x="3267542" y="0"/>
                </a:lnTo>
                <a:lnTo>
                  <a:pt x="3267542" y="2340377"/>
                </a:lnTo>
                <a:lnTo>
                  <a:pt x="0" y="234037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703777" y="5968427"/>
            <a:ext cx="2855605" cy="2953938"/>
          </a:xfrm>
          <a:custGeom>
            <a:avLst/>
            <a:gdLst/>
            <a:ahLst/>
            <a:cxnLst/>
            <a:rect l="l" t="t" r="r" b="b"/>
            <a:pathLst>
              <a:path w="2855605" h="2953938">
                <a:moveTo>
                  <a:pt x="0" y="0"/>
                </a:moveTo>
                <a:lnTo>
                  <a:pt x="2855605" y="0"/>
                </a:lnTo>
                <a:lnTo>
                  <a:pt x="2855605" y="2953938"/>
                </a:lnTo>
                <a:lnTo>
                  <a:pt x="0" y="295393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130" y="437723"/>
            <a:ext cx="12604179" cy="9565611"/>
          </a:xfrm>
          <a:custGeom>
            <a:avLst/>
            <a:gdLst/>
            <a:ahLst/>
            <a:cxnLst/>
            <a:rect l="l" t="t" r="r" b="b"/>
            <a:pathLst>
              <a:path w="12604179" h="9565611">
                <a:moveTo>
                  <a:pt x="0" y="0"/>
                </a:moveTo>
                <a:lnTo>
                  <a:pt x="12604180" y="0"/>
                </a:lnTo>
                <a:lnTo>
                  <a:pt x="12604180" y="9565611"/>
                </a:lnTo>
                <a:lnTo>
                  <a:pt x="0" y="956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4472" b="-374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48831" y="437723"/>
            <a:ext cx="9468134" cy="9565611"/>
          </a:xfrm>
          <a:custGeom>
            <a:avLst/>
            <a:gdLst/>
            <a:ahLst/>
            <a:cxnLst/>
            <a:rect l="l" t="t" r="r" b="b"/>
            <a:pathLst>
              <a:path w="9468134" h="9565611">
                <a:moveTo>
                  <a:pt x="0" y="0"/>
                </a:moveTo>
                <a:lnTo>
                  <a:pt x="9468134" y="0"/>
                </a:lnTo>
                <a:lnTo>
                  <a:pt x="9468134" y="9565611"/>
                </a:lnTo>
                <a:lnTo>
                  <a:pt x="0" y="956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3624" t="-14527" b="-37976"/>
            </a:stretch>
          </a:blipFill>
        </p:spPr>
      </p:sp>
      <p:sp>
        <p:nvSpPr>
          <p:cNvPr id="4" name="Freeform 4"/>
          <p:cNvSpPr/>
          <p:nvPr/>
        </p:nvSpPr>
        <p:spPr>
          <a:xfrm rot="2960650">
            <a:off x="9773111" y="1514662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960650">
            <a:off x="2271778" y="7900077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578566"/>
            <a:ext cx="9283435" cy="2163040"/>
          </a:xfrm>
          <a:custGeom>
            <a:avLst/>
            <a:gdLst/>
            <a:ahLst/>
            <a:cxnLst/>
            <a:rect l="l" t="t" r="r" b="b"/>
            <a:pathLst>
              <a:path w="9283435" h="2163040">
                <a:moveTo>
                  <a:pt x="0" y="0"/>
                </a:moveTo>
                <a:lnTo>
                  <a:pt x="9283435" y="0"/>
                </a:lnTo>
                <a:lnTo>
                  <a:pt x="9283435" y="2163041"/>
                </a:lnTo>
                <a:lnTo>
                  <a:pt x="0" y="21630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7901" y="1042627"/>
            <a:ext cx="10025033" cy="1338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54"/>
              </a:lnSpc>
            </a:pPr>
            <a:r>
              <a:rPr lang="en-US" sz="8795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¿Qué es  Word?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51728" y="2902342"/>
            <a:ext cx="9817582" cy="656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489"/>
              </a:lnSpc>
            </a:pPr>
            <a:r>
              <a:rPr lang="en-US" sz="4635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Word es un procesador de textos desarrollado por Microsoft. Permite crear, editar y dar formato a documentos escritos de manera sencilla. Es una herramienta esencial para redactar cartas, trabajos e informes con una interfaz fácil de usar.</a:t>
            </a:r>
          </a:p>
        </p:txBody>
      </p:sp>
      <p:sp>
        <p:nvSpPr>
          <p:cNvPr id="9" name="Freeform 9"/>
          <p:cNvSpPr/>
          <p:nvPr/>
        </p:nvSpPr>
        <p:spPr>
          <a:xfrm rot="794516">
            <a:off x="13582904" y="2418242"/>
            <a:ext cx="4878213" cy="5450517"/>
          </a:xfrm>
          <a:custGeom>
            <a:avLst/>
            <a:gdLst/>
            <a:ahLst/>
            <a:cxnLst/>
            <a:rect l="l" t="t" r="r" b="b"/>
            <a:pathLst>
              <a:path w="4878213" h="5450517">
                <a:moveTo>
                  <a:pt x="0" y="0"/>
                </a:moveTo>
                <a:lnTo>
                  <a:pt x="4878212" y="0"/>
                </a:lnTo>
                <a:lnTo>
                  <a:pt x="4878212" y="5450516"/>
                </a:lnTo>
                <a:lnTo>
                  <a:pt x="0" y="5450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129917">
            <a:off x="1585905" y="2811876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129917">
            <a:off x="10132510" y="8685952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960650">
            <a:off x="13123576" y="1874949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2499" y="561292"/>
            <a:ext cx="12146143" cy="9217996"/>
          </a:xfrm>
          <a:custGeom>
            <a:avLst/>
            <a:gdLst/>
            <a:ahLst/>
            <a:cxnLst/>
            <a:rect l="l" t="t" r="r" b="b"/>
            <a:pathLst>
              <a:path w="12146143" h="9217996">
                <a:moveTo>
                  <a:pt x="0" y="0"/>
                </a:moveTo>
                <a:lnTo>
                  <a:pt x="12146143" y="0"/>
                </a:lnTo>
                <a:lnTo>
                  <a:pt x="12146143" y="9217996"/>
                </a:lnTo>
                <a:lnTo>
                  <a:pt x="0" y="9217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4472" b="-374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19099" y="561292"/>
            <a:ext cx="9124062" cy="9217996"/>
          </a:xfrm>
          <a:custGeom>
            <a:avLst/>
            <a:gdLst/>
            <a:ahLst/>
            <a:cxnLst/>
            <a:rect l="l" t="t" r="r" b="b"/>
            <a:pathLst>
              <a:path w="9124062" h="9217996">
                <a:moveTo>
                  <a:pt x="0" y="0"/>
                </a:moveTo>
                <a:lnTo>
                  <a:pt x="9124061" y="0"/>
                </a:lnTo>
                <a:lnTo>
                  <a:pt x="9124061" y="9217996"/>
                </a:lnTo>
                <a:lnTo>
                  <a:pt x="0" y="9217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3624" t="-14527" b="-37976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2363424" y="561292"/>
            <a:ext cx="7242538" cy="3331567"/>
          </a:xfrm>
          <a:custGeom>
            <a:avLst/>
            <a:gdLst/>
            <a:ahLst/>
            <a:cxnLst/>
            <a:rect l="l" t="t" r="r" b="b"/>
            <a:pathLst>
              <a:path w="7242538" h="3331567">
                <a:moveTo>
                  <a:pt x="7242538" y="0"/>
                </a:moveTo>
                <a:lnTo>
                  <a:pt x="0" y="0"/>
                </a:lnTo>
                <a:lnTo>
                  <a:pt x="0" y="3331567"/>
                </a:lnTo>
                <a:lnTo>
                  <a:pt x="7242538" y="3331567"/>
                </a:lnTo>
                <a:lnTo>
                  <a:pt x="7242538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129917">
            <a:off x="15761484" y="3913718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960650">
            <a:off x="5152140" y="8836162"/>
            <a:ext cx="751862" cy="727850"/>
          </a:xfrm>
          <a:custGeom>
            <a:avLst/>
            <a:gdLst/>
            <a:ahLst/>
            <a:cxnLst/>
            <a:rect l="l" t="t" r="r" b="b"/>
            <a:pathLst>
              <a:path w="751862" h="727850">
                <a:moveTo>
                  <a:pt x="0" y="0"/>
                </a:moveTo>
                <a:lnTo>
                  <a:pt x="751861" y="0"/>
                </a:lnTo>
                <a:lnTo>
                  <a:pt x="751861" y="727851"/>
                </a:lnTo>
                <a:lnTo>
                  <a:pt x="0" y="7278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960650">
            <a:off x="11673698" y="1514662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60650">
            <a:off x="2586513" y="4876641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80"/>
                </a:lnTo>
                <a:lnTo>
                  <a:pt x="0" y="5020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30832" y="950276"/>
            <a:ext cx="9411952" cy="271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713"/>
              </a:lnSpc>
            </a:pPr>
            <a:r>
              <a:rPr lang="en-US" sz="8927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¿Para qué sirve  Word?</a:t>
            </a:r>
          </a:p>
        </p:txBody>
      </p:sp>
      <p:sp>
        <p:nvSpPr>
          <p:cNvPr id="10" name="Freeform 10"/>
          <p:cNvSpPr/>
          <p:nvPr/>
        </p:nvSpPr>
        <p:spPr>
          <a:xfrm rot="-2700000">
            <a:off x="9132391" y="1912337"/>
            <a:ext cx="1370700" cy="2071112"/>
          </a:xfrm>
          <a:custGeom>
            <a:avLst/>
            <a:gdLst/>
            <a:ahLst/>
            <a:cxnLst/>
            <a:rect l="l" t="t" r="r" b="b"/>
            <a:pathLst>
              <a:path w="1370700" h="2071112">
                <a:moveTo>
                  <a:pt x="0" y="0"/>
                </a:moveTo>
                <a:lnTo>
                  <a:pt x="1370700" y="0"/>
                </a:lnTo>
                <a:lnTo>
                  <a:pt x="1370700" y="2071112"/>
                </a:lnTo>
                <a:lnTo>
                  <a:pt x="0" y="20711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65330" y="4014332"/>
            <a:ext cx="1340406" cy="1348013"/>
          </a:xfrm>
          <a:custGeom>
            <a:avLst/>
            <a:gdLst/>
            <a:ahLst/>
            <a:cxnLst/>
            <a:rect l="l" t="t" r="r" b="b"/>
            <a:pathLst>
              <a:path w="1340406" h="1348013">
                <a:moveTo>
                  <a:pt x="0" y="0"/>
                </a:moveTo>
                <a:lnTo>
                  <a:pt x="1340406" y="0"/>
                </a:lnTo>
                <a:lnTo>
                  <a:pt x="1340406" y="1348013"/>
                </a:lnTo>
                <a:lnTo>
                  <a:pt x="0" y="13480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308621" y="3983489"/>
            <a:ext cx="5352144" cy="148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5"/>
              </a:lnSpc>
            </a:pPr>
            <a:r>
              <a:rPr lang="en-US" sz="4275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Redactar cartas y correos formales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5330" y="4306241"/>
            <a:ext cx="1429718" cy="66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8"/>
              </a:lnSpc>
            </a:pPr>
            <a:r>
              <a:rPr lang="en-US" sz="4407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1.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96217" y="5785078"/>
            <a:ext cx="1340406" cy="1348013"/>
          </a:xfrm>
          <a:custGeom>
            <a:avLst/>
            <a:gdLst/>
            <a:ahLst/>
            <a:cxnLst/>
            <a:rect l="l" t="t" r="r" b="b"/>
            <a:pathLst>
              <a:path w="1340406" h="1348013">
                <a:moveTo>
                  <a:pt x="0" y="0"/>
                </a:moveTo>
                <a:lnTo>
                  <a:pt x="1340405" y="0"/>
                </a:lnTo>
                <a:lnTo>
                  <a:pt x="1340405" y="1348013"/>
                </a:lnTo>
                <a:lnTo>
                  <a:pt x="0" y="134801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80000"/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308621" y="5779900"/>
            <a:ext cx="5321258" cy="149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5"/>
              </a:lnSpc>
              <a:spcBef>
                <a:spcPct val="0"/>
              </a:spcBef>
            </a:pPr>
            <a:r>
              <a:rPr lang="en-US" sz="4275" u="none" strike="noStrike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Elaborar informes y trabajos escolares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6217" y="6076986"/>
            <a:ext cx="1429718" cy="66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8"/>
              </a:lnSpc>
            </a:pPr>
            <a:r>
              <a:rPr lang="en-US" sz="4407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3.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796217" y="7561143"/>
            <a:ext cx="1340406" cy="1348013"/>
          </a:xfrm>
          <a:custGeom>
            <a:avLst/>
            <a:gdLst/>
            <a:ahLst/>
            <a:cxnLst/>
            <a:rect l="l" t="t" r="r" b="b"/>
            <a:pathLst>
              <a:path w="1340406" h="1348013">
                <a:moveTo>
                  <a:pt x="0" y="0"/>
                </a:moveTo>
                <a:lnTo>
                  <a:pt x="1340405" y="0"/>
                </a:lnTo>
                <a:lnTo>
                  <a:pt x="1340405" y="1348013"/>
                </a:lnTo>
                <a:lnTo>
                  <a:pt x="0" y="134801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308621" y="7590254"/>
            <a:ext cx="5321258" cy="149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5"/>
              </a:lnSpc>
              <a:spcBef>
                <a:spcPct val="0"/>
              </a:spcBef>
            </a:pPr>
            <a:r>
              <a:rPr lang="en-US" sz="4275" u="none" strike="noStrike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Diseñar folletos e información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96217" y="7853051"/>
            <a:ext cx="1429718" cy="66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8"/>
              </a:lnSpc>
            </a:pPr>
            <a:r>
              <a:rPr lang="en-US" sz="4407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5.</a:t>
            </a:r>
          </a:p>
        </p:txBody>
      </p:sp>
      <p:sp>
        <p:nvSpPr>
          <p:cNvPr id="20" name="Freeform 20"/>
          <p:cNvSpPr/>
          <p:nvPr/>
        </p:nvSpPr>
        <p:spPr>
          <a:xfrm>
            <a:off x="9817741" y="4047996"/>
            <a:ext cx="1340406" cy="1348013"/>
          </a:xfrm>
          <a:custGeom>
            <a:avLst/>
            <a:gdLst/>
            <a:ahLst/>
            <a:cxnLst/>
            <a:rect l="l" t="t" r="r" b="b"/>
            <a:pathLst>
              <a:path w="1340406" h="1348013">
                <a:moveTo>
                  <a:pt x="0" y="0"/>
                </a:moveTo>
                <a:lnTo>
                  <a:pt x="1340406" y="0"/>
                </a:lnTo>
                <a:lnTo>
                  <a:pt x="1340406" y="1348013"/>
                </a:lnTo>
                <a:lnTo>
                  <a:pt x="0" y="134801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189033" y="3969546"/>
            <a:ext cx="5520748" cy="149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5"/>
              </a:lnSpc>
              <a:spcBef>
                <a:spcPct val="0"/>
              </a:spcBef>
            </a:pPr>
            <a:r>
              <a:rPr lang="en-US" sz="4275" u="none" strike="noStrike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Crear currículums profesionales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17741" y="4339904"/>
            <a:ext cx="1429718" cy="66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8"/>
              </a:lnSpc>
            </a:pPr>
            <a:r>
              <a:rPr lang="en-US" sz="4407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2.</a:t>
            </a:r>
          </a:p>
        </p:txBody>
      </p:sp>
      <p:sp>
        <p:nvSpPr>
          <p:cNvPr id="23" name="Freeform 23"/>
          <p:cNvSpPr/>
          <p:nvPr/>
        </p:nvSpPr>
        <p:spPr>
          <a:xfrm>
            <a:off x="9848627" y="5818741"/>
            <a:ext cx="1340406" cy="1348013"/>
          </a:xfrm>
          <a:custGeom>
            <a:avLst/>
            <a:gdLst/>
            <a:ahLst/>
            <a:cxnLst/>
            <a:rect l="l" t="t" r="r" b="b"/>
            <a:pathLst>
              <a:path w="1340406" h="1348013">
                <a:moveTo>
                  <a:pt x="0" y="0"/>
                </a:moveTo>
                <a:lnTo>
                  <a:pt x="1340406" y="0"/>
                </a:lnTo>
                <a:lnTo>
                  <a:pt x="1340406" y="1348013"/>
                </a:lnTo>
                <a:lnTo>
                  <a:pt x="0" y="134801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449795" y="5779900"/>
            <a:ext cx="5489861" cy="149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5"/>
              </a:lnSpc>
              <a:spcBef>
                <a:spcPct val="0"/>
              </a:spcBef>
            </a:pPr>
            <a:r>
              <a:rPr lang="en-US" sz="4275" u="none" strike="noStrike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Editar y revisar textos fácilmente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48627" y="6110650"/>
            <a:ext cx="1429718" cy="66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8"/>
              </a:lnSpc>
            </a:pPr>
            <a:r>
              <a:rPr lang="en-US" sz="4407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4.</a:t>
            </a:r>
          </a:p>
        </p:txBody>
      </p:sp>
      <p:sp>
        <p:nvSpPr>
          <p:cNvPr id="26" name="Freeform 26"/>
          <p:cNvSpPr/>
          <p:nvPr/>
        </p:nvSpPr>
        <p:spPr>
          <a:xfrm>
            <a:off x="9848627" y="7594806"/>
            <a:ext cx="1340406" cy="1348013"/>
          </a:xfrm>
          <a:custGeom>
            <a:avLst/>
            <a:gdLst/>
            <a:ahLst/>
            <a:cxnLst/>
            <a:rect l="l" t="t" r="r" b="b"/>
            <a:pathLst>
              <a:path w="1340406" h="1348013">
                <a:moveTo>
                  <a:pt x="0" y="0"/>
                </a:moveTo>
                <a:lnTo>
                  <a:pt x="1340406" y="0"/>
                </a:lnTo>
                <a:lnTo>
                  <a:pt x="1340406" y="1348013"/>
                </a:lnTo>
                <a:lnTo>
                  <a:pt x="0" y="134801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80000"/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449795" y="7509081"/>
            <a:ext cx="5489861" cy="1496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5"/>
              </a:lnSpc>
              <a:spcBef>
                <a:spcPct val="0"/>
              </a:spcBef>
            </a:pPr>
            <a:r>
              <a:rPr lang="en-US" sz="4275" u="none" strike="noStrike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Usar herramientas de corrección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48627" y="7886714"/>
            <a:ext cx="1429718" cy="66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88"/>
              </a:lnSpc>
            </a:pPr>
            <a:r>
              <a:rPr lang="en-US" sz="4407">
                <a:solidFill>
                  <a:srgbClr val="323232"/>
                </a:solidFill>
                <a:latin typeface="Dynapuff"/>
                <a:ea typeface="Dynapuff"/>
                <a:cs typeface="Dynapuff"/>
                <a:sym typeface="Dynapuff"/>
              </a:rPr>
              <a:t>6.</a:t>
            </a:r>
          </a:p>
        </p:txBody>
      </p:sp>
      <p:sp>
        <p:nvSpPr>
          <p:cNvPr id="29" name="Freeform 29"/>
          <p:cNvSpPr/>
          <p:nvPr/>
        </p:nvSpPr>
        <p:spPr>
          <a:xfrm rot="2960650">
            <a:off x="12392496" y="2696854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5591" y="937397"/>
            <a:ext cx="11558403" cy="8771946"/>
          </a:xfrm>
          <a:custGeom>
            <a:avLst/>
            <a:gdLst/>
            <a:ahLst/>
            <a:cxnLst/>
            <a:rect l="l" t="t" r="r" b="b"/>
            <a:pathLst>
              <a:path w="11558403" h="8771946">
                <a:moveTo>
                  <a:pt x="0" y="0"/>
                </a:moveTo>
                <a:lnTo>
                  <a:pt x="11558403" y="0"/>
                </a:lnTo>
                <a:lnTo>
                  <a:pt x="11558403" y="8771946"/>
                </a:lnTo>
                <a:lnTo>
                  <a:pt x="0" y="877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4472" b="-374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2887" y="937397"/>
            <a:ext cx="8682557" cy="8771946"/>
          </a:xfrm>
          <a:custGeom>
            <a:avLst/>
            <a:gdLst/>
            <a:ahLst/>
            <a:cxnLst/>
            <a:rect l="l" t="t" r="r" b="b"/>
            <a:pathLst>
              <a:path w="8682557" h="8771946">
                <a:moveTo>
                  <a:pt x="0" y="0"/>
                </a:moveTo>
                <a:lnTo>
                  <a:pt x="8682557" y="0"/>
                </a:lnTo>
                <a:lnTo>
                  <a:pt x="8682557" y="8771946"/>
                </a:lnTo>
                <a:lnTo>
                  <a:pt x="0" y="8771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3624" t="-14527" b="-37976"/>
            </a:stretch>
          </a:blipFill>
        </p:spPr>
      </p:sp>
      <p:sp>
        <p:nvSpPr>
          <p:cNvPr id="4" name="Freeform 4"/>
          <p:cNvSpPr/>
          <p:nvPr/>
        </p:nvSpPr>
        <p:spPr>
          <a:xfrm rot="2960650">
            <a:off x="2443638" y="6562566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80"/>
                </a:lnTo>
                <a:lnTo>
                  <a:pt x="0" y="50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63128" y="1106892"/>
            <a:ext cx="8811517" cy="2053083"/>
          </a:xfrm>
          <a:custGeom>
            <a:avLst/>
            <a:gdLst/>
            <a:ahLst/>
            <a:cxnLst/>
            <a:rect l="l" t="t" r="r" b="b"/>
            <a:pathLst>
              <a:path w="8811517" h="2053083">
                <a:moveTo>
                  <a:pt x="0" y="0"/>
                </a:moveTo>
                <a:lnTo>
                  <a:pt x="8811517" y="0"/>
                </a:lnTo>
                <a:lnTo>
                  <a:pt x="8811517" y="2053083"/>
                </a:lnTo>
                <a:lnTo>
                  <a:pt x="0" y="2053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02959" y="1642343"/>
            <a:ext cx="7636732" cy="153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31"/>
              </a:lnSpc>
            </a:pPr>
            <a:r>
              <a:rPr lang="en-US" sz="5026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¿Qué puedes hacer con  Word?</a:t>
            </a:r>
          </a:p>
        </p:txBody>
      </p:sp>
      <p:sp>
        <p:nvSpPr>
          <p:cNvPr id="7" name="Freeform 7"/>
          <p:cNvSpPr/>
          <p:nvPr/>
        </p:nvSpPr>
        <p:spPr>
          <a:xfrm>
            <a:off x="1530715" y="2762678"/>
            <a:ext cx="1674519" cy="1684022"/>
          </a:xfrm>
          <a:custGeom>
            <a:avLst/>
            <a:gdLst/>
            <a:ahLst/>
            <a:cxnLst/>
            <a:rect l="l" t="t" r="r" b="b"/>
            <a:pathLst>
              <a:path w="1674519" h="1684022">
                <a:moveTo>
                  <a:pt x="0" y="0"/>
                </a:moveTo>
                <a:lnTo>
                  <a:pt x="1674518" y="0"/>
                </a:lnTo>
                <a:lnTo>
                  <a:pt x="1674518" y="1684022"/>
                </a:lnTo>
                <a:lnTo>
                  <a:pt x="0" y="16840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532098" y="3159975"/>
            <a:ext cx="3952666" cy="4048897"/>
            <a:chOff x="0" y="0"/>
            <a:chExt cx="2086610" cy="2137410"/>
          </a:xfrm>
        </p:grpSpPr>
        <p:sp>
          <p:nvSpPr>
            <p:cNvPr id="9" name="Freeform 9"/>
            <p:cNvSpPr/>
            <p:nvPr/>
          </p:nvSpPr>
          <p:spPr>
            <a:xfrm>
              <a:off x="2540" y="-305"/>
              <a:ext cx="2087880" cy="2136012"/>
            </a:xfrm>
            <a:custGeom>
              <a:avLst/>
              <a:gdLst/>
              <a:ahLst/>
              <a:cxnLst/>
              <a:rect l="l" t="t" r="r" b="b"/>
              <a:pathLst>
                <a:path w="2087880" h="2136012">
                  <a:moveTo>
                    <a:pt x="1979930" y="484175"/>
                  </a:moveTo>
                  <a:cubicBezTo>
                    <a:pt x="1964690" y="452425"/>
                    <a:pt x="1948180" y="420675"/>
                    <a:pt x="1929130" y="391465"/>
                  </a:cubicBezTo>
                  <a:cubicBezTo>
                    <a:pt x="1908810" y="360985"/>
                    <a:pt x="1888490" y="327965"/>
                    <a:pt x="1861820" y="302565"/>
                  </a:cubicBezTo>
                  <a:cubicBezTo>
                    <a:pt x="1836420" y="278435"/>
                    <a:pt x="1808480" y="255575"/>
                    <a:pt x="1780540" y="233985"/>
                  </a:cubicBezTo>
                  <a:cubicBezTo>
                    <a:pt x="1725930" y="190805"/>
                    <a:pt x="1666240" y="152705"/>
                    <a:pt x="1606550" y="117145"/>
                  </a:cubicBezTo>
                  <a:cubicBezTo>
                    <a:pt x="1537970" y="75235"/>
                    <a:pt x="1461770" y="53645"/>
                    <a:pt x="1384300" y="32055"/>
                  </a:cubicBezTo>
                  <a:cubicBezTo>
                    <a:pt x="1337310" y="19355"/>
                    <a:pt x="1289050" y="9195"/>
                    <a:pt x="1239520" y="2845"/>
                  </a:cubicBezTo>
                  <a:cubicBezTo>
                    <a:pt x="1203960" y="-2235"/>
                    <a:pt x="1165860" y="305"/>
                    <a:pt x="1129030" y="4115"/>
                  </a:cubicBezTo>
                  <a:cubicBezTo>
                    <a:pt x="1079500" y="7925"/>
                    <a:pt x="1029970" y="11735"/>
                    <a:pt x="980440" y="20625"/>
                  </a:cubicBezTo>
                  <a:cubicBezTo>
                    <a:pt x="943610" y="21895"/>
                    <a:pt x="908050" y="23165"/>
                    <a:pt x="869950" y="26975"/>
                  </a:cubicBezTo>
                  <a:cubicBezTo>
                    <a:pt x="850900" y="28245"/>
                    <a:pt x="831850" y="30785"/>
                    <a:pt x="812800" y="33325"/>
                  </a:cubicBezTo>
                  <a:cubicBezTo>
                    <a:pt x="800100" y="35865"/>
                    <a:pt x="788670" y="38405"/>
                    <a:pt x="777240" y="40945"/>
                  </a:cubicBezTo>
                  <a:cubicBezTo>
                    <a:pt x="730250" y="52375"/>
                    <a:pt x="685800" y="72695"/>
                    <a:pt x="645160" y="94285"/>
                  </a:cubicBezTo>
                  <a:cubicBezTo>
                    <a:pt x="562610" y="137465"/>
                    <a:pt x="483870" y="188265"/>
                    <a:pt x="411480" y="245415"/>
                  </a:cubicBezTo>
                  <a:cubicBezTo>
                    <a:pt x="381000" y="269545"/>
                    <a:pt x="351790" y="294945"/>
                    <a:pt x="322580" y="321615"/>
                  </a:cubicBezTo>
                  <a:cubicBezTo>
                    <a:pt x="270510" y="369875"/>
                    <a:pt x="227330" y="427025"/>
                    <a:pt x="187960" y="485445"/>
                  </a:cubicBezTo>
                  <a:cubicBezTo>
                    <a:pt x="158750" y="527355"/>
                    <a:pt x="134620" y="575615"/>
                    <a:pt x="114300" y="621335"/>
                  </a:cubicBezTo>
                  <a:cubicBezTo>
                    <a:pt x="99060" y="655625"/>
                    <a:pt x="82550" y="689915"/>
                    <a:pt x="72390" y="726745"/>
                  </a:cubicBezTo>
                  <a:cubicBezTo>
                    <a:pt x="44450" y="816915"/>
                    <a:pt x="22860" y="908355"/>
                    <a:pt x="8890" y="1001065"/>
                  </a:cubicBezTo>
                  <a:cubicBezTo>
                    <a:pt x="3810" y="1037895"/>
                    <a:pt x="1270" y="1074725"/>
                    <a:pt x="0" y="1112825"/>
                  </a:cubicBezTo>
                  <a:lnTo>
                    <a:pt x="0" y="1163625"/>
                  </a:lnTo>
                  <a:cubicBezTo>
                    <a:pt x="1270" y="1195375"/>
                    <a:pt x="2540" y="1234745"/>
                    <a:pt x="8890" y="1266495"/>
                  </a:cubicBezTo>
                  <a:cubicBezTo>
                    <a:pt x="15240" y="1303325"/>
                    <a:pt x="21590" y="1341425"/>
                    <a:pt x="31750" y="1376985"/>
                  </a:cubicBezTo>
                  <a:cubicBezTo>
                    <a:pt x="54610" y="1450645"/>
                    <a:pt x="78740" y="1525575"/>
                    <a:pt x="118110" y="1592885"/>
                  </a:cubicBezTo>
                  <a:cubicBezTo>
                    <a:pt x="138430" y="1627175"/>
                    <a:pt x="160020" y="1661465"/>
                    <a:pt x="182880" y="1693215"/>
                  </a:cubicBezTo>
                  <a:cubicBezTo>
                    <a:pt x="212090" y="1736395"/>
                    <a:pt x="241300" y="1778305"/>
                    <a:pt x="278130" y="1815135"/>
                  </a:cubicBezTo>
                  <a:cubicBezTo>
                    <a:pt x="322580" y="1860855"/>
                    <a:pt x="374650" y="1901495"/>
                    <a:pt x="427990" y="1937055"/>
                  </a:cubicBezTo>
                  <a:cubicBezTo>
                    <a:pt x="539750" y="2010715"/>
                    <a:pt x="673100" y="2052625"/>
                    <a:pt x="801370" y="2088185"/>
                  </a:cubicBezTo>
                  <a:cubicBezTo>
                    <a:pt x="831850" y="2097075"/>
                    <a:pt x="863600" y="2104695"/>
                    <a:pt x="895350" y="2111045"/>
                  </a:cubicBezTo>
                  <a:cubicBezTo>
                    <a:pt x="944880" y="2121205"/>
                    <a:pt x="994410" y="2132635"/>
                    <a:pt x="1043940" y="2135175"/>
                  </a:cubicBezTo>
                  <a:cubicBezTo>
                    <a:pt x="1083310" y="2137715"/>
                    <a:pt x="1123950" y="2133905"/>
                    <a:pt x="1163320" y="2131365"/>
                  </a:cubicBezTo>
                  <a:cubicBezTo>
                    <a:pt x="1216660" y="2127555"/>
                    <a:pt x="1270000" y="2122475"/>
                    <a:pt x="1323340" y="2111045"/>
                  </a:cubicBezTo>
                  <a:cubicBezTo>
                    <a:pt x="1375410" y="2099615"/>
                    <a:pt x="1424940" y="2081835"/>
                    <a:pt x="1473200" y="2060245"/>
                  </a:cubicBezTo>
                  <a:cubicBezTo>
                    <a:pt x="1549400" y="2027225"/>
                    <a:pt x="1623060" y="1981505"/>
                    <a:pt x="1678940" y="1919275"/>
                  </a:cubicBezTo>
                  <a:cubicBezTo>
                    <a:pt x="1739900" y="1850695"/>
                    <a:pt x="1798320" y="1780845"/>
                    <a:pt x="1847850" y="1703375"/>
                  </a:cubicBezTo>
                  <a:cubicBezTo>
                    <a:pt x="1896110" y="1628445"/>
                    <a:pt x="1936750" y="1548435"/>
                    <a:pt x="1976120" y="1467155"/>
                  </a:cubicBezTo>
                  <a:cubicBezTo>
                    <a:pt x="2007870" y="1401115"/>
                    <a:pt x="2039620" y="1332535"/>
                    <a:pt x="2056130" y="1260145"/>
                  </a:cubicBezTo>
                  <a:cubicBezTo>
                    <a:pt x="2067560" y="1210615"/>
                    <a:pt x="2077720" y="1159815"/>
                    <a:pt x="2082800" y="1110285"/>
                  </a:cubicBezTo>
                  <a:cubicBezTo>
                    <a:pt x="2086610" y="1072185"/>
                    <a:pt x="2087880" y="1035355"/>
                    <a:pt x="2087880" y="998525"/>
                  </a:cubicBezTo>
                  <a:cubicBezTo>
                    <a:pt x="2087880" y="908355"/>
                    <a:pt x="2082800" y="818185"/>
                    <a:pt x="2067560" y="729285"/>
                  </a:cubicBezTo>
                  <a:cubicBezTo>
                    <a:pt x="2061210" y="693725"/>
                    <a:pt x="2052320" y="659435"/>
                    <a:pt x="2039620" y="626415"/>
                  </a:cubicBezTo>
                  <a:cubicBezTo>
                    <a:pt x="2019300" y="579425"/>
                    <a:pt x="2002790" y="531165"/>
                    <a:pt x="1979930" y="484175"/>
                  </a:cubicBezTo>
                  <a:close/>
                </a:path>
              </a:pathLst>
            </a:custGeom>
            <a:blipFill>
              <a:blip r:embed="rId10"/>
              <a:stretch>
                <a:fillRect l="-321" r="-321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530715" y="3159975"/>
            <a:ext cx="4144832" cy="4048897"/>
            <a:chOff x="0" y="0"/>
            <a:chExt cx="4828540" cy="4716780"/>
          </a:xfrm>
        </p:grpSpPr>
        <p:sp>
          <p:nvSpPr>
            <p:cNvPr id="11" name="Freeform 11"/>
            <p:cNvSpPr/>
            <p:nvPr/>
          </p:nvSpPr>
          <p:spPr>
            <a:xfrm>
              <a:off x="1103" y="1273"/>
              <a:ext cx="4830645" cy="4716345"/>
            </a:xfrm>
            <a:custGeom>
              <a:avLst/>
              <a:gdLst/>
              <a:ahLst/>
              <a:cxnLst/>
              <a:rect l="l" t="t" r="r" b="b"/>
              <a:pathLst>
                <a:path w="4830645" h="47163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6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6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6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8" y="4272277"/>
                    <a:pt x="4534067" y="4326887"/>
                    <a:pt x="4490888" y="4373877"/>
                  </a:cubicBezTo>
                  <a:cubicBezTo>
                    <a:pt x="4452788" y="4415786"/>
                    <a:pt x="4410878" y="4457697"/>
                    <a:pt x="4344838" y="4458967"/>
                  </a:cubicBezTo>
                  <a:cubicBezTo>
                    <a:pt x="4329597" y="4458967"/>
                    <a:pt x="4315628" y="4474207"/>
                    <a:pt x="4300388" y="4481827"/>
                  </a:cubicBezTo>
                  <a:cubicBezTo>
                    <a:pt x="4235617" y="4509767"/>
                    <a:pt x="4168308" y="4533897"/>
                    <a:pt x="4104808" y="4564377"/>
                  </a:cubicBezTo>
                  <a:cubicBezTo>
                    <a:pt x="3987967" y="4620257"/>
                    <a:pt x="3862238" y="4629147"/>
                    <a:pt x="3736508" y="4634227"/>
                  </a:cubicBezTo>
                  <a:cubicBezTo>
                    <a:pt x="3688248" y="4636767"/>
                    <a:pt x="3638717" y="4632957"/>
                    <a:pt x="3590458" y="4636767"/>
                  </a:cubicBezTo>
                  <a:cubicBezTo>
                    <a:pt x="3566328" y="4638037"/>
                    <a:pt x="3543467" y="4649467"/>
                    <a:pt x="3520608" y="4654547"/>
                  </a:cubicBezTo>
                  <a:cubicBezTo>
                    <a:pt x="3510448" y="4657087"/>
                    <a:pt x="3500288" y="4655817"/>
                    <a:pt x="3488858" y="4657087"/>
                  </a:cubicBezTo>
                  <a:cubicBezTo>
                    <a:pt x="3473617" y="4658357"/>
                    <a:pt x="3458378" y="4662167"/>
                    <a:pt x="3443138" y="4660897"/>
                  </a:cubicBezTo>
                  <a:cubicBezTo>
                    <a:pt x="3427897" y="4658357"/>
                    <a:pt x="3417738" y="4653277"/>
                    <a:pt x="3415197" y="4653277"/>
                  </a:cubicBezTo>
                  <a:close/>
                </a:path>
              </a:pathLst>
            </a:custGeom>
            <a:blipFill>
              <a:blip r:embed="rId11"/>
              <a:stretch>
                <a:fillRect t="-379" b="-379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341316" y="3159975"/>
            <a:ext cx="4144832" cy="4048897"/>
            <a:chOff x="0" y="0"/>
            <a:chExt cx="4828540" cy="4716780"/>
          </a:xfrm>
        </p:grpSpPr>
        <p:sp>
          <p:nvSpPr>
            <p:cNvPr id="13" name="Freeform 13"/>
            <p:cNvSpPr/>
            <p:nvPr/>
          </p:nvSpPr>
          <p:spPr>
            <a:xfrm>
              <a:off x="1103" y="1273"/>
              <a:ext cx="4830645" cy="4716345"/>
            </a:xfrm>
            <a:custGeom>
              <a:avLst/>
              <a:gdLst/>
              <a:ahLst/>
              <a:cxnLst/>
              <a:rect l="l" t="t" r="r" b="b"/>
              <a:pathLst>
                <a:path w="4830645" h="47163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6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6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6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8" y="4272277"/>
                    <a:pt x="4534067" y="4326887"/>
                    <a:pt x="4490888" y="4373877"/>
                  </a:cubicBezTo>
                  <a:cubicBezTo>
                    <a:pt x="4452788" y="4415786"/>
                    <a:pt x="4410878" y="4457697"/>
                    <a:pt x="4344838" y="4458967"/>
                  </a:cubicBezTo>
                  <a:cubicBezTo>
                    <a:pt x="4329597" y="4458967"/>
                    <a:pt x="4315628" y="4474207"/>
                    <a:pt x="4300388" y="4481827"/>
                  </a:cubicBezTo>
                  <a:cubicBezTo>
                    <a:pt x="4235617" y="4509767"/>
                    <a:pt x="4168308" y="4533897"/>
                    <a:pt x="4104808" y="4564377"/>
                  </a:cubicBezTo>
                  <a:cubicBezTo>
                    <a:pt x="3987967" y="4620257"/>
                    <a:pt x="3862238" y="4629147"/>
                    <a:pt x="3736508" y="4634227"/>
                  </a:cubicBezTo>
                  <a:cubicBezTo>
                    <a:pt x="3688248" y="4636767"/>
                    <a:pt x="3638717" y="4632957"/>
                    <a:pt x="3590458" y="4636767"/>
                  </a:cubicBezTo>
                  <a:cubicBezTo>
                    <a:pt x="3566328" y="4638037"/>
                    <a:pt x="3543467" y="4649467"/>
                    <a:pt x="3520608" y="4654547"/>
                  </a:cubicBezTo>
                  <a:cubicBezTo>
                    <a:pt x="3510448" y="4657087"/>
                    <a:pt x="3500288" y="4655817"/>
                    <a:pt x="3488858" y="4657087"/>
                  </a:cubicBezTo>
                  <a:cubicBezTo>
                    <a:pt x="3473617" y="4658357"/>
                    <a:pt x="3458378" y="4662167"/>
                    <a:pt x="3443138" y="4660897"/>
                  </a:cubicBezTo>
                  <a:cubicBezTo>
                    <a:pt x="3427897" y="4658357"/>
                    <a:pt x="3417738" y="4653277"/>
                    <a:pt x="3415197" y="4653277"/>
                  </a:cubicBezTo>
                  <a:close/>
                </a:path>
              </a:pathLst>
            </a:custGeom>
            <a:blipFill>
              <a:blip r:embed="rId12"/>
              <a:stretch>
                <a:fillRect t="-379" b="-379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741682" y="2414537"/>
            <a:ext cx="1786092" cy="60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75"/>
              </a:lnSpc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340249" y="6405694"/>
            <a:ext cx="4588959" cy="1069227"/>
          </a:xfrm>
          <a:custGeom>
            <a:avLst/>
            <a:gdLst/>
            <a:ahLst/>
            <a:cxnLst/>
            <a:rect l="l" t="t" r="r" b="b"/>
            <a:pathLst>
              <a:path w="4588959" h="1069227">
                <a:moveTo>
                  <a:pt x="0" y="0"/>
                </a:moveTo>
                <a:lnTo>
                  <a:pt x="4588959" y="0"/>
                </a:lnTo>
                <a:lnTo>
                  <a:pt x="4588959" y="1069228"/>
                </a:lnTo>
                <a:lnTo>
                  <a:pt x="0" y="10692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261898" y="6549775"/>
            <a:ext cx="313460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3"/>
              </a:lnSpc>
            </a:pPr>
            <a:r>
              <a:rPr lang="en-US" sz="3119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Imágenes y tablas</a:t>
            </a:r>
          </a:p>
        </p:txBody>
      </p:sp>
      <p:sp>
        <p:nvSpPr>
          <p:cNvPr id="17" name="Freeform 17"/>
          <p:cNvSpPr/>
          <p:nvPr/>
        </p:nvSpPr>
        <p:spPr>
          <a:xfrm>
            <a:off x="7270928" y="6493098"/>
            <a:ext cx="4213836" cy="981824"/>
          </a:xfrm>
          <a:custGeom>
            <a:avLst/>
            <a:gdLst/>
            <a:ahLst/>
            <a:cxnLst/>
            <a:rect l="l" t="t" r="r" b="b"/>
            <a:pathLst>
              <a:path w="4213836" h="981824">
                <a:moveTo>
                  <a:pt x="0" y="0"/>
                </a:moveTo>
                <a:lnTo>
                  <a:pt x="4213836" y="0"/>
                </a:lnTo>
                <a:lnTo>
                  <a:pt x="4213836" y="981824"/>
                </a:lnTo>
                <a:lnTo>
                  <a:pt x="0" y="9818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748114" y="6589426"/>
            <a:ext cx="313460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3"/>
              </a:lnSpc>
            </a:pPr>
            <a:r>
              <a:rPr lang="en-US" sz="3119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Estilos y formatos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441100" y="6519656"/>
            <a:ext cx="4278074" cy="996791"/>
          </a:xfrm>
          <a:custGeom>
            <a:avLst/>
            <a:gdLst/>
            <a:ahLst/>
            <a:cxnLst/>
            <a:rect l="l" t="t" r="r" b="b"/>
            <a:pathLst>
              <a:path w="4278074" h="996791">
                <a:moveTo>
                  <a:pt x="0" y="0"/>
                </a:moveTo>
                <a:lnTo>
                  <a:pt x="4278074" y="0"/>
                </a:lnTo>
                <a:lnTo>
                  <a:pt x="4278074" y="996791"/>
                </a:lnTo>
                <a:lnTo>
                  <a:pt x="0" y="9967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067541" y="6549775"/>
            <a:ext cx="313460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3"/>
              </a:lnSpc>
            </a:pPr>
            <a:r>
              <a:rPr lang="en-US" sz="3119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Guardar y compartir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4465" y="7778880"/>
            <a:ext cx="4926860" cy="165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1"/>
              </a:lnSpc>
            </a:pPr>
            <a:r>
              <a:rPr lang="en-US" sz="3151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Inserta imágenes, tablas y gráficos en tus documentos fácilmente.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60067" y="7778880"/>
            <a:ext cx="4353927" cy="165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1"/>
              </a:lnSpc>
              <a:spcBef>
                <a:spcPct val="0"/>
              </a:spcBef>
            </a:pPr>
            <a:r>
              <a:rPr lang="en-US" sz="3151" u="none" strike="noStrike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Aplica estilos, fuentes y formatos para mejorar tus textos.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68116" y="7779279"/>
            <a:ext cx="4933459" cy="1654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1"/>
              </a:lnSpc>
              <a:spcBef>
                <a:spcPct val="0"/>
              </a:spcBef>
            </a:pPr>
            <a:r>
              <a:rPr lang="en-US" sz="3151" u="none" strike="noStrike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Guarda y comparte tus documentos desde cualquier dispositivo.</a:t>
            </a:r>
          </a:p>
        </p:txBody>
      </p:sp>
      <p:sp>
        <p:nvSpPr>
          <p:cNvPr id="24" name="Freeform 24"/>
          <p:cNvSpPr/>
          <p:nvPr/>
        </p:nvSpPr>
        <p:spPr>
          <a:xfrm rot="-575533">
            <a:off x="13433649" y="795722"/>
            <a:ext cx="4292975" cy="2598653"/>
          </a:xfrm>
          <a:custGeom>
            <a:avLst/>
            <a:gdLst/>
            <a:ahLst/>
            <a:cxnLst/>
            <a:rect l="l" t="t" r="r" b="b"/>
            <a:pathLst>
              <a:path w="4292975" h="2598653">
                <a:moveTo>
                  <a:pt x="0" y="0"/>
                </a:moveTo>
                <a:lnTo>
                  <a:pt x="4292976" y="0"/>
                </a:lnTo>
                <a:lnTo>
                  <a:pt x="4292976" y="2598653"/>
                </a:lnTo>
                <a:lnTo>
                  <a:pt x="0" y="259865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1129917">
            <a:off x="12133281" y="2632123"/>
            <a:ext cx="700142" cy="677783"/>
          </a:xfrm>
          <a:custGeom>
            <a:avLst/>
            <a:gdLst/>
            <a:ahLst/>
            <a:cxnLst/>
            <a:rect l="l" t="t" r="r" b="b"/>
            <a:pathLst>
              <a:path w="700142" h="677783">
                <a:moveTo>
                  <a:pt x="0" y="0"/>
                </a:moveTo>
                <a:lnTo>
                  <a:pt x="700143" y="0"/>
                </a:lnTo>
                <a:lnTo>
                  <a:pt x="700143" y="677782"/>
                </a:lnTo>
                <a:lnTo>
                  <a:pt x="0" y="67778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2960650">
            <a:off x="6465406" y="8608899"/>
            <a:ext cx="700142" cy="677783"/>
          </a:xfrm>
          <a:custGeom>
            <a:avLst/>
            <a:gdLst/>
            <a:ahLst/>
            <a:cxnLst/>
            <a:rect l="l" t="t" r="r" b="b"/>
            <a:pathLst>
              <a:path w="700142" h="677783">
                <a:moveTo>
                  <a:pt x="0" y="0"/>
                </a:moveTo>
                <a:lnTo>
                  <a:pt x="700143" y="0"/>
                </a:lnTo>
                <a:lnTo>
                  <a:pt x="700143" y="677783"/>
                </a:lnTo>
                <a:lnTo>
                  <a:pt x="0" y="6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xmlns="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129917">
            <a:off x="16428892" y="6055980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80"/>
                </a:lnTo>
                <a:lnTo>
                  <a:pt x="0" y="50208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xmlns="" r:embed="rId2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343" y="724293"/>
            <a:ext cx="11645985" cy="8838414"/>
          </a:xfrm>
          <a:custGeom>
            <a:avLst/>
            <a:gdLst/>
            <a:ahLst/>
            <a:cxnLst/>
            <a:rect l="l" t="t" r="r" b="b"/>
            <a:pathLst>
              <a:path w="11645985" h="8838414">
                <a:moveTo>
                  <a:pt x="0" y="0"/>
                </a:moveTo>
                <a:lnTo>
                  <a:pt x="11645985" y="0"/>
                </a:lnTo>
                <a:lnTo>
                  <a:pt x="11645985" y="8838414"/>
                </a:lnTo>
                <a:lnTo>
                  <a:pt x="0" y="8838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4472" b="-374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98309" y="724293"/>
            <a:ext cx="8748348" cy="8838414"/>
          </a:xfrm>
          <a:custGeom>
            <a:avLst/>
            <a:gdLst/>
            <a:ahLst/>
            <a:cxnLst/>
            <a:rect l="l" t="t" r="r" b="b"/>
            <a:pathLst>
              <a:path w="8748348" h="8838414">
                <a:moveTo>
                  <a:pt x="0" y="0"/>
                </a:moveTo>
                <a:lnTo>
                  <a:pt x="8748348" y="0"/>
                </a:lnTo>
                <a:lnTo>
                  <a:pt x="8748348" y="8838414"/>
                </a:lnTo>
                <a:lnTo>
                  <a:pt x="0" y="8838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3624" t="-14527" b="-37976"/>
            </a:stretch>
          </a:blipFill>
        </p:spPr>
      </p:sp>
      <p:sp>
        <p:nvSpPr>
          <p:cNvPr id="4" name="Freeform 4"/>
          <p:cNvSpPr/>
          <p:nvPr/>
        </p:nvSpPr>
        <p:spPr>
          <a:xfrm rot="-1129917">
            <a:off x="10836832" y="8132525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129917">
            <a:off x="15761484" y="3913718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960650">
            <a:off x="4843032" y="8453834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960650">
            <a:off x="11673698" y="1514662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60650">
            <a:off x="1106121" y="5809564"/>
            <a:ext cx="877895" cy="849858"/>
          </a:xfrm>
          <a:custGeom>
            <a:avLst/>
            <a:gdLst/>
            <a:ahLst/>
            <a:cxnLst/>
            <a:rect l="l" t="t" r="r" b="b"/>
            <a:pathLst>
              <a:path w="877895" h="849858">
                <a:moveTo>
                  <a:pt x="0" y="0"/>
                </a:moveTo>
                <a:lnTo>
                  <a:pt x="877895" y="0"/>
                </a:lnTo>
                <a:lnTo>
                  <a:pt x="877895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527819" y="1129445"/>
            <a:ext cx="7106377" cy="1655786"/>
          </a:xfrm>
          <a:custGeom>
            <a:avLst/>
            <a:gdLst/>
            <a:ahLst/>
            <a:cxnLst/>
            <a:rect l="l" t="t" r="r" b="b"/>
            <a:pathLst>
              <a:path w="7106377" h="1655786">
                <a:moveTo>
                  <a:pt x="0" y="0"/>
                </a:moveTo>
                <a:lnTo>
                  <a:pt x="7106377" y="0"/>
                </a:lnTo>
                <a:lnTo>
                  <a:pt x="7106377" y="1655785"/>
                </a:lnTo>
                <a:lnTo>
                  <a:pt x="0" y="16557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80000"/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14295" y="1183013"/>
            <a:ext cx="6676275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79"/>
              </a:lnSpc>
            </a:pPr>
            <a:r>
              <a:rPr lang="en-US" sz="5399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¿Cómo abrir Microsoft Word?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49175" y="1147181"/>
            <a:ext cx="1674519" cy="1684022"/>
          </a:xfrm>
          <a:custGeom>
            <a:avLst/>
            <a:gdLst/>
            <a:ahLst/>
            <a:cxnLst/>
            <a:rect l="l" t="t" r="r" b="b"/>
            <a:pathLst>
              <a:path w="1674519" h="1684022">
                <a:moveTo>
                  <a:pt x="0" y="0"/>
                </a:moveTo>
                <a:lnTo>
                  <a:pt x="1674519" y="0"/>
                </a:lnTo>
                <a:lnTo>
                  <a:pt x="1674519" y="1684022"/>
                </a:lnTo>
                <a:lnTo>
                  <a:pt x="0" y="16840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9890618">
            <a:off x="12039154" y="2284224"/>
            <a:ext cx="5455071" cy="5441883"/>
          </a:xfrm>
          <a:custGeom>
            <a:avLst/>
            <a:gdLst/>
            <a:ahLst/>
            <a:cxnLst/>
            <a:rect l="l" t="t" r="r" b="b"/>
            <a:pathLst>
              <a:path w="5455071" h="5441883">
                <a:moveTo>
                  <a:pt x="0" y="0"/>
                </a:moveTo>
                <a:lnTo>
                  <a:pt x="5455070" y="0"/>
                </a:lnTo>
                <a:lnTo>
                  <a:pt x="5455070" y="5441883"/>
                </a:lnTo>
                <a:lnTo>
                  <a:pt x="0" y="54418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1933019" y="2864782"/>
            <a:ext cx="5121679" cy="5246370"/>
            <a:chOff x="0" y="0"/>
            <a:chExt cx="2086610" cy="2137410"/>
          </a:xfrm>
        </p:grpSpPr>
        <p:sp>
          <p:nvSpPr>
            <p:cNvPr id="14" name="Freeform 14"/>
            <p:cNvSpPr/>
            <p:nvPr/>
          </p:nvSpPr>
          <p:spPr>
            <a:xfrm>
              <a:off x="2540" y="-305"/>
              <a:ext cx="2087880" cy="2136012"/>
            </a:xfrm>
            <a:custGeom>
              <a:avLst/>
              <a:gdLst/>
              <a:ahLst/>
              <a:cxnLst/>
              <a:rect l="l" t="t" r="r" b="b"/>
              <a:pathLst>
                <a:path w="2087880" h="2136012">
                  <a:moveTo>
                    <a:pt x="1979930" y="484175"/>
                  </a:moveTo>
                  <a:cubicBezTo>
                    <a:pt x="1964690" y="452425"/>
                    <a:pt x="1948180" y="420675"/>
                    <a:pt x="1929130" y="391465"/>
                  </a:cubicBezTo>
                  <a:cubicBezTo>
                    <a:pt x="1908810" y="360985"/>
                    <a:pt x="1888490" y="327965"/>
                    <a:pt x="1861820" y="302565"/>
                  </a:cubicBezTo>
                  <a:cubicBezTo>
                    <a:pt x="1836420" y="278435"/>
                    <a:pt x="1808480" y="255575"/>
                    <a:pt x="1780540" y="233985"/>
                  </a:cubicBezTo>
                  <a:cubicBezTo>
                    <a:pt x="1725930" y="190805"/>
                    <a:pt x="1666240" y="152705"/>
                    <a:pt x="1606550" y="117145"/>
                  </a:cubicBezTo>
                  <a:cubicBezTo>
                    <a:pt x="1537970" y="75235"/>
                    <a:pt x="1461770" y="53645"/>
                    <a:pt x="1384300" y="32055"/>
                  </a:cubicBezTo>
                  <a:cubicBezTo>
                    <a:pt x="1337310" y="19355"/>
                    <a:pt x="1289050" y="9195"/>
                    <a:pt x="1239520" y="2845"/>
                  </a:cubicBezTo>
                  <a:cubicBezTo>
                    <a:pt x="1203960" y="-2235"/>
                    <a:pt x="1165860" y="305"/>
                    <a:pt x="1129030" y="4115"/>
                  </a:cubicBezTo>
                  <a:cubicBezTo>
                    <a:pt x="1079500" y="7925"/>
                    <a:pt x="1029970" y="11735"/>
                    <a:pt x="980440" y="20625"/>
                  </a:cubicBezTo>
                  <a:cubicBezTo>
                    <a:pt x="943610" y="21895"/>
                    <a:pt x="908050" y="23165"/>
                    <a:pt x="869950" y="26975"/>
                  </a:cubicBezTo>
                  <a:cubicBezTo>
                    <a:pt x="850900" y="28245"/>
                    <a:pt x="831850" y="30785"/>
                    <a:pt x="812800" y="33325"/>
                  </a:cubicBezTo>
                  <a:cubicBezTo>
                    <a:pt x="800100" y="35865"/>
                    <a:pt x="788670" y="38405"/>
                    <a:pt x="777240" y="40945"/>
                  </a:cubicBezTo>
                  <a:cubicBezTo>
                    <a:pt x="730250" y="52375"/>
                    <a:pt x="685800" y="72695"/>
                    <a:pt x="645160" y="94285"/>
                  </a:cubicBezTo>
                  <a:cubicBezTo>
                    <a:pt x="562610" y="137465"/>
                    <a:pt x="483870" y="188265"/>
                    <a:pt x="411480" y="245415"/>
                  </a:cubicBezTo>
                  <a:cubicBezTo>
                    <a:pt x="381000" y="269545"/>
                    <a:pt x="351790" y="294945"/>
                    <a:pt x="322580" y="321615"/>
                  </a:cubicBezTo>
                  <a:cubicBezTo>
                    <a:pt x="270510" y="369875"/>
                    <a:pt x="227330" y="427025"/>
                    <a:pt x="187960" y="485445"/>
                  </a:cubicBezTo>
                  <a:cubicBezTo>
                    <a:pt x="158750" y="527355"/>
                    <a:pt x="134620" y="575615"/>
                    <a:pt x="114300" y="621335"/>
                  </a:cubicBezTo>
                  <a:cubicBezTo>
                    <a:pt x="99060" y="655625"/>
                    <a:pt x="82550" y="689915"/>
                    <a:pt x="72390" y="726745"/>
                  </a:cubicBezTo>
                  <a:cubicBezTo>
                    <a:pt x="44450" y="816915"/>
                    <a:pt x="22860" y="908355"/>
                    <a:pt x="8890" y="1001065"/>
                  </a:cubicBezTo>
                  <a:cubicBezTo>
                    <a:pt x="3810" y="1037895"/>
                    <a:pt x="1270" y="1074725"/>
                    <a:pt x="0" y="1112825"/>
                  </a:cubicBezTo>
                  <a:lnTo>
                    <a:pt x="0" y="1163625"/>
                  </a:lnTo>
                  <a:cubicBezTo>
                    <a:pt x="1270" y="1195375"/>
                    <a:pt x="2540" y="1234745"/>
                    <a:pt x="8890" y="1266495"/>
                  </a:cubicBezTo>
                  <a:cubicBezTo>
                    <a:pt x="15240" y="1303325"/>
                    <a:pt x="21590" y="1341425"/>
                    <a:pt x="31750" y="1376985"/>
                  </a:cubicBezTo>
                  <a:cubicBezTo>
                    <a:pt x="54610" y="1450645"/>
                    <a:pt x="78740" y="1525575"/>
                    <a:pt x="118110" y="1592885"/>
                  </a:cubicBezTo>
                  <a:cubicBezTo>
                    <a:pt x="138430" y="1627175"/>
                    <a:pt x="160020" y="1661465"/>
                    <a:pt x="182880" y="1693215"/>
                  </a:cubicBezTo>
                  <a:cubicBezTo>
                    <a:pt x="212090" y="1736395"/>
                    <a:pt x="241300" y="1778305"/>
                    <a:pt x="278130" y="1815135"/>
                  </a:cubicBezTo>
                  <a:cubicBezTo>
                    <a:pt x="322580" y="1860855"/>
                    <a:pt x="374650" y="1901495"/>
                    <a:pt x="427990" y="1937055"/>
                  </a:cubicBezTo>
                  <a:cubicBezTo>
                    <a:pt x="539750" y="2010715"/>
                    <a:pt x="673100" y="2052625"/>
                    <a:pt x="801370" y="2088185"/>
                  </a:cubicBezTo>
                  <a:cubicBezTo>
                    <a:pt x="831850" y="2097075"/>
                    <a:pt x="863600" y="2104695"/>
                    <a:pt x="895350" y="2111045"/>
                  </a:cubicBezTo>
                  <a:cubicBezTo>
                    <a:pt x="944880" y="2121205"/>
                    <a:pt x="994410" y="2132635"/>
                    <a:pt x="1043940" y="2135175"/>
                  </a:cubicBezTo>
                  <a:cubicBezTo>
                    <a:pt x="1083310" y="2137715"/>
                    <a:pt x="1123950" y="2133905"/>
                    <a:pt x="1163320" y="2131365"/>
                  </a:cubicBezTo>
                  <a:cubicBezTo>
                    <a:pt x="1216660" y="2127555"/>
                    <a:pt x="1270000" y="2122475"/>
                    <a:pt x="1323340" y="2111045"/>
                  </a:cubicBezTo>
                  <a:cubicBezTo>
                    <a:pt x="1375410" y="2099615"/>
                    <a:pt x="1424940" y="2081835"/>
                    <a:pt x="1473200" y="2060245"/>
                  </a:cubicBezTo>
                  <a:cubicBezTo>
                    <a:pt x="1549400" y="2027225"/>
                    <a:pt x="1623060" y="1981505"/>
                    <a:pt x="1678940" y="1919275"/>
                  </a:cubicBezTo>
                  <a:cubicBezTo>
                    <a:pt x="1739900" y="1850695"/>
                    <a:pt x="1798320" y="1780845"/>
                    <a:pt x="1847850" y="1703375"/>
                  </a:cubicBezTo>
                  <a:cubicBezTo>
                    <a:pt x="1896110" y="1628445"/>
                    <a:pt x="1936750" y="1548435"/>
                    <a:pt x="1976120" y="1467155"/>
                  </a:cubicBezTo>
                  <a:cubicBezTo>
                    <a:pt x="2007870" y="1401115"/>
                    <a:pt x="2039620" y="1332535"/>
                    <a:pt x="2056130" y="1260145"/>
                  </a:cubicBezTo>
                  <a:cubicBezTo>
                    <a:pt x="2067560" y="1210615"/>
                    <a:pt x="2077720" y="1159815"/>
                    <a:pt x="2082800" y="1110285"/>
                  </a:cubicBezTo>
                  <a:cubicBezTo>
                    <a:pt x="2086610" y="1072185"/>
                    <a:pt x="2087880" y="1035355"/>
                    <a:pt x="2087880" y="998525"/>
                  </a:cubicBezTo>
                  <a:cubicBezTo>
                    <a:pt x="2087880" y="908355"/>
                    <a:pt x="2082800" y="818185"/>
                    <a:pt x="2067560" y="729285"/>
                  </a:cubicBezTo>
                  <a:cubicBezTo>
                    <a:pt x="2061210" y="693725"/>
                    <a:pt x="2052320" y="659435"/>
                    <a:pt x="2039620" y="626415"/>
                  </a:cubicBezTo>
                  <a:cubicBezTo>
                    <a:pt x="2019300" y="579425"/>
                    <a:pt x="2002790" y="531165"/>
                    <a:pt x="1979930" y="484175"/>
                  </a:cubicBezTo>
                  <a:close/>
                </a:path>
              </a:pathLst>
            </a:custGeom>
            <a:blipFill>
              <a:blip r:embed="rId20"/>
              <a:stretch>
                <a:fillRect l="-321" r="-32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rot="-6909068">
            <a:off x="14741588" y="5518703"/>
            <a:ext cx="2227073" cy="2651278"/>
          </a:xfrm>
          <a:custGeom>
            <a:avLst/>
            <a:gdLst/>
            <a:ahLst/>
            <a:cxnLst/>
            <a:rect l="l" t="t" r="r" b="b"/>
            <a:pathLst>
              <a:path w="2227073" h="2651278">
                <a:moveTo>
                  <a:pt x="0" y="0"/>
                </a:moveTo>
                <a:lnTo>
                  <a:pt x="2227074" y="0"/>
                </a:lnTo>
                <a:lnTo>
                  <a:pt x="2227074" y="2651278"/>
                </a:lnTo>
                <a:lnTo>
                  <a:pt x="0" y="265127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98732" y="1957337"/>
            <a:ext cx="1786092" cy="84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64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2076308" y="3070274"/>
            <a:ext cx="10009399" cy="5994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8742" lvl="1" indent="-459371" algn="l">
              <a:lnSpc>
                <a:spcPts val="5957"/>
              </a:lnSpc>
              <a:buAutoNum type="arabicPeriod"/>
            </a:pPr>
            <a:r>
              <a:rPr lang="en-US" sz="4255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Busca el ícono de Word en el menú de inicio o en el escritorio.</a:t>
            </a:r>
          </a:p>
          <a:p>
            <a:pPr marL="918742" lvl="1" indent="-459371" algn="l">
              <a:lnSpc>
                <a:spcPts val="5957"/>
              </a:lnSpc>
              <a:buAutoNum type="arabicPeriod"/>
            </a:pPr>
            <a:r>
              <a:rPr lang="en-US" sz="4255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Haz doble clic sobre el ícono para abrir el programa.</a:t>
            </a:r>
          </a:p>
          <a:p>
            <a:pPr marL="918742" lvl="1" indent="-459371" algn="l">
              <a:lnSpc>
                <a:spcPts val="5957"/>
              </a:lnSpc>
              <a:buAutoNum type="arabicPeriod"/>
            </a:pPr>
            <a:r>
              <a:rPr lang="en-US" sz="4255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También puedes usar el buscador del sistema y escribir "Word".</a:t>
            </a:r>
          </a:p>
          <a:p>
            <a:pPr marL="918742" lvl="1" indent="-459371" algn="l">
              <a:lnSpc>
                <a:spcPts val="5957"/>
              </a:lnSpc>
              <a:buAutoNum type="arabicPeriod"/>
            </a:pPr>
            <a:r>
              <a:rPr lang="en-US" sz="4255">
                <a:solidFill>
                  <a:srgbClr val="323232"/>
                </a:solidFill>
                <a:latin typeface="Questrial"/>
                <a:ea typeface="Questrial"/>
                <a:cs typeface="Questrial"/>
                <a:sym typeface="Questrial"/>
              </a:rPr>
              <a:t>¡Listo! El programa se abrirá en segundos.</a:t>
            </a:r>
          </a:p>
        </p:txBody>
      </p:sp>
      <p:sp>
        <p:nvSpPr>
          <p:cNvPr id="18" name="Freeform 18"/>
          <p:cNvSpPr/>
          <p:nvPr/>
        </p:nvSpPr>
        <p:spPr>
          <a:xfrm rot="-1129917">
            <a:off x="16087958" y="2120136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5665" y="1142720"/>
            <a:ext cx="10567228" cy="8019720"/>
          </a:xfrm>
          <a:custGeom>
            <a:avLst/>
            <a:gdLst/>
            <a:ahLst/>
            <a:cxnLst/>
            <a:rect l="l" t="t" r="r" b="b"/>
            <a:pathLst>
              <a:path w="10567228" h="8019720">
                <a:moveTo>
                  <a:pt x="0" y="0"/>
                </a:moveTo>
                <a:lnTo>
                  <a:pt x="10567228" y="0"/>
                </a:lnTo>
                <a:lnTo>
                  <a:pt x="10567228" y="8019721"/>
                </a:lnTo>
                <a:lnTo>
                  <a:pt x="0" y="801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4472" b="-374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4339" y="1124559"/>
            <a:ext cx="7937996" cy="8019720"/>
          </a:xfrm>
          <a:custGeom>
            <a:avLst/>
            <a:gdLst/>
            <a:ahLst/>
            <a:cxnLst/>
            <a:rect l="l" t="t" r="r" b="b"/>
            <a:pathLst>
              <a:path w="7937996" h="8019720">
                <a:moveTo>
                  <a:pt x="0" y="0"/>
                </a:moveTo>
                <a:lnTo>
                  <a:pt x="7937996" y="0"/>
                </a:lnTo>
                <a:lnTo>
                  <a:pt x="7937996" y="8019721"/>
                </a:lnTo>
                <a:lnTo>
                  <a:pt x="0" y="801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33624" t="-14527" b="-37976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3724893" y="2681299"/>
            <a:ext cx="11396518" cy="5242398"/>
          </a:xfrm>
          <a:custGeom>
            <a:avLst/>
            <a:gdLst/>
            <a:ahLst/>
            <a:cxnLst/>
            <a:rect l="l" t="t" r="r" b="b"/>
            <a:pathLst>
              <a:path w="11396518" h="5242398">
                <a:moveTo>
                  <a:pt x="11396518" y="0"/>
                </a:moveTo>
                <a:lnTo>
                  <a:pt x="0" y="0"/>
                </a:lnTo>
                <a:lnTo>
                  <a:pt x="0" y="5242399"/>
                </a:lnTo>
                <a:lnTo>
                  <a:pt x="11396518" y="5242399"/>
                </a:lnTo>
                <a:lnTo>
                  <a:pt x="11396518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129917">
            <a:off x="1884960" y="1257708"/>
            <a:ext cx="3239754" cy="3136289"/>
          </a:xfrm>
          <a:custGeom>
            <a:avLst/>
            <a:gdLst/>
            <a:ahLst/>
            <a:cxnLst/>
            <a:rect l="l" t="t" r="r" b="b"/>
            <a:pathLst>
              <a:path w="3239754" h="3136289">
                <a:moveTo>
                  <a:pt x="0" y="0"/>
                </a:moveTo>
                <a:lnTo>
                  <a:pt x="3239755" y="0"/>
                </a:lnTo>
                <a:lnTo>
                  <a:pt x="3239755" y="3136289"/>
                </a:lnTo>
                <a:lnTo>
                  <a:pt x="0" y="31362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129917">
            <a:off x="15755920" y="5743868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960650">
            <a:off x="8941542" y="8224710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3" y="0"/>
                </a:lnTo>
                <a:lnTo>
                  <a:pt x="518643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60650">
            <a:off x="11054398" y="1510912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960650">
            <a:off x="3042763" y="5637051"/>
            <a:ext cx="518643" cy="502079"/>
          </a:xfrm>
          <a:custGeom>
            <a:avLst/>
            <a:gdLst/>
            <a:ahLst/>
            <a:cxnLst/>
            <a:rect l="l" t="t" r="r" b="b"/>
            <a:pathLst>
              <a:path w="518643" h="502079">
                <a:moveTo>
                  <a:pt x="0" y="0"/>
                </a:moveTo>
                <a:lnTo>
                  <a:pt x="518642" y="0"/>
                </a:lnTo>
                <a:lnTo>
                  <a:pt x="518642" y="502079"/>
                </a:lnTo>
                <a:lnTo>
                  <a:pt x="0" y="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99193" y="3635102"/>
            <a:ext cx="11284333" cy="362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5"/>
              </a:lnSpc>
            </a:pPr>
            <a:r>
              <a:rPr lang="en-US" sz="13995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¡Comienza</a:t>
            </a:r>
          </a:p>
          <a:p>
            <a:pPr marL="0" lvl="0" indent="0" algn="ctr">
              <a:lnSpc>
                <a:spcPts val="13995"/>
              </a:lnSpc>
            </a:pPr>
            <a:r>
              <a:rPr lang="en-US" sz="13995" b="1">
                <a:solidFill>
                  <a:srgbClr val="323232"/>
                </a:solidFill>
                <a:latin typeface="Dynapuff Bold"/>
                <a:ea typeface="Dynapuff Bold"/>
                <a:cs typeface="Dynapuff Bold"/>
                <a:sym typeface="Dynapuff Bold"/>
              </a:rPr>
              <a:t>hoy!</a:t>
            </a:r>
          </a:p>
        </p:txBody>
      </p:sp>
      <p:sp>
        <p:nvSpPr>
          <p:cNvPr id="11" name="Freeform 11"/>
          <p:cNvSpPr/>
          <p:nvPr/>
        </p:nvSpPr>
        <p:spPr>
          <a:xfrm rot="2013954">
            <a:off x="13564421" y="1877109"/>
            <a:ext cx="2055473" cy="2006889"/>
          </a:xfrm>
          <a:custGeom>
            <a:avLst/>
            <a:gdLst/>
            <a:ahLst/>
            <a:cxnLst/>
            <a:rect l="l" t="t" r="r" b="b"/>
            <a:pathLst>
              <a:path w="2055473" h="2006889">
                <a:moveTo>
                  <a:pt x="0" y="0"/>
                </a:moveTo>
                <a:lnTo>
                  <a:pt x="2055472" y="0"/>
                </a:lnTo>
                <a:lnTo>
                  <a:pt x="2055472" y="2006889"/>
                </a:lnTo>
                <a:lnTo>
                  <a:pt x="0" y="20068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306916">
            <a:off x="3446334" y="6420588"/>
            <a:ext cx="3360611" cy="3006219"/>
          </a:xfrm>
          <a:custGeom>
            <a:avLst/>
            <a:gdLst/>
            <a:ahLst/>
            <a:cxnLst/>
            <a:rect l="l" t="t" r="r" b="b"/>
            <a:pathLst>
              <a:path w="3360611" h="3006219">
                <a:moveTo>
                  <a:pt x="0" y="0"/>
                </a:moveTo>
                <a:lnTo>
                  <a:pt x="3360611" y="0"/>
                </a:lnTo>
                <a:lnTo>
                  <a:pt x="3360611" y="3006219"/>
                </a:lnTo>
                <a:lnTo>
                  <a:pt x="0" y="30062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360507" y="6379249"/>
            <a:ext cx="4042862" cy="2447253"/>
          </a:xfrm>
          <a:custGeom>
            <a:avLst/>
            <a:gdLst/>
            <a:ahLst/>
            <a:cxnLst/>
            <a:rect l="l" t="t" r="r" b="b"/>
            <a:pathLst>
              <a:path w="4042862" h="2447253">
                <a:moveTo>
                  <a:pt x="0" y="0"/>
                </a:moveTo>
                <a:lnTo>
                  <a:pt x="4042862" y="0"/>
                </a:lnTo>
                <a:lnTo>
                  <a:pt x="4042862" y="2447253"/>
                </a:lnTo>
                <a:lnTo>
                  <a:pt x="0" y="244725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197</Words>
  <Application>Microsoft Office PowerPoint</Application>
  <PresentationFormat>Personalizado</PresentationFormat>
  <Paragraphs>30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Questrial</vt:lpstr>
      <vt:lpstr>Calibri</vt:lpstr>
      <vt:lpstr>Dynapuff Bold</vt:lpstr>
      <vt:lpstr>Dynapuff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</dc:title>
  <dc:creator>Marina</dc:creator>
  <cp:lastModifiedBy>Informática 1</cp:lastModifiedBy>
  <cp:revision>2</cp:revision>
  <dcterms:created xsi:type="dcterms:W3CDTF">2006-08-16T00:00:00Z</dcterms:created>
  <dcterms:modified xsi:type="dcterms:W3CDTF">2026-10-02T20:15:00Z</dcterms:modified>
  <dc:identifier>DAHWHaLyNa0</dc:identifier>
</cp:coreProperties>
</file>